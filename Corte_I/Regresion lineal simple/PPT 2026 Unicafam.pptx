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328" r:id="rId5"/>
    <p:sldId id="280" r:id="rId6"/>
    <p:sldId id="281" r:id="rId7"/>
    <p:sldId id="298" r:id="rId8"/>
    <p:sldId id="299" r:id="rId9"/>
    <p:sldId id="303" r:id="rId10"/>
    <p:sldId id="304" r:id="rId11"/>
    <p:sldId id="305" r:id="rId12"/>
    <p:sldId id="306" r:id="rId13"/>
    <p:sldId id="308" r:id="rId14"/>
    <p:sldId id="309" r:id="rId15"/>
    <p:sldId id="310" r:id="rId16"/>
    <p:sldId id="312" r:id="rId17"/>
    <p:sldId id="315" r:id="rId18"/>
    <p:sldId id="318" r:id="rId19"/>
    <p:sldId id="313" r:id="rId2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7" userDrawn="1">
          <p15:clr>
            <a:srgbClr val="A4A3A4"/>
          </p15:clr>
        </p15:guide>
        <p15:guide id="2" pos="483" userDrawn="1">
          <p15:clr>
            <a:srgbClr val="A4A3A4"/>
          </p15:clr>
        </p15:guide>
        <p15:guide id="3" orient="horz" pos="550" userDrawn="1">
          <p15:clr>
            <a:srgbClr val="A4A3A4"/>
          </p15:clr>
        </p15:guide>
        <p15:guide id="4" orient="horz" pos="890" userDrawn="1">
          <p15:clr>
            <a:srgbClr val="A4A3A4"/>
          </p15:clr>
        </p15:guide>
        <p15:guide id="5" pos="27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F2D0"/>
    <a:srgbClr val="1785A4"/>
    <a:srgbClr val="167E9C"/>
    <a:srgbClr val="124A5C"/>
    <a:srgbClr val="0B1721"/>
    <a:srgbClr val="FFC100"/>
    <a:srgbClr val="7030A0"/>
    <a:srgbClr val="002060"/>
    <a:srgbClr val="7F7F7F"/>
    <a:srgbClr val="95B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55E000-3BCF-4C16-8C0E-3AFC76F36930}" v="4" dt="2026-08-14T23:18:31.4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777"/>
        <p:guide pos="483"/>
        <p:guide orient="horz" pos="550"/>
        <p:guide orient="horz" pos="890"/>
        <p:guide pos="27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ny Aldemar Jiménez Martín" userId="090c7093-d26c-402e-bf89-b4168c9295b8" providerId="ADAL" clId="{82724187-FEE0-4FF4-915A-F2242FFEE658}"/>
    <pc:docChg chg="undo custSel addSld delSld modSld">
      <pc:chgData name="Danny Aldemar Jiménez Martín" userId="090c7093-d26c-402e-bf89-b4168c9295b8" providerId="ADAL" clId="{82724187-FEE0-4FF4-915A-F2242FFEE658}" dt="2026-08-17T23:04:42.816" v="350" actId="47"/>
      <pc:docMkLst>
        <pc:docMk/>
      </pc:docMkLst>
      <pc:sldChg chg="delSp modSp mod delAnim">
        <pc:chgData name="Danny Aldemar Jiménez Martín" userId="090c7093-d26c-402e-bf89-b4168c9295b8" providerId="ADAL" clId="{82724187-FEE0-4FF4-915A-F2242FFEE658}" dt="2026-08-14T23:18:10.723" v="322" actId="1076"/>
        <pc:sldMkLst>
          <pc:docMk/>
          <pc:sldMk cId="2135076903" sldId="280"/>
        </pc:sldMkLst>
        <pc:picChg chg="mod">
          <ac:chgData name="Danny Aldemar Jiménez Martín" userId="090c7093-d26c-402e-bf89-b4168c9295b8" providerId="ADAL" clId="{82724187-FEE0-4FF4-915A-F2242FFEE658}" dt="2026-08-14T23:18:05.124" v="320" actId="1076"/>
          <ac:picMkLst>
            <pc:docMk/>
            <pc:sldMk cId="2135076903" sldId="280"/>
            <ac:picMk id="37" creationId="{8EF7FCCF-E49A-4CEA-93D8-D820FCB7BA37}"/>
          </ac:picMkLst>
        </pc:picChg>
        <pc:picChg chg="mod">
          <ac:chgData name="Danny Aldemar Jiménez Martín" userId="090c7093-d26c-402e-bf89-b4168c9295b8" providerId="ADAL" clId="{82724187-FEE0-4FF4-915A-F2242FFEE658}" dt="2026-08-14T23:18:07.594" v="321" actId="1076"/>
          <ac:picMkLst>
            <pc:docMk/>
            <pc:sldMk cId="2135076903" sldId="280"/>
            <ac:picMk id="38" creationId="{923FBD17-7F58-60D0-750F-431F92D525B5}"/>
          </ac:picMkLst>
        </pc:picChg>
        <pc:picChg chg="mod">
          <ac:chgData name="Danny Aldemar Jiménez Martín" userId="090c7093-d26c-402e-bf89-b4168c9295b8" providerId="ADAL" clId="{82724187-FEE0-4FF4-915A-F2242FFEE658}" dt="2026-08-14T23:18:00.281" v="319" actId="1076"/>
          <ac:picMkLst>
            <pc:docMk/>
            <pc:sldMk cId="2135076903" sldId="280"/>
            <ac:picMk id="40" creationId="{7D9D512E-8B20-A898-8B34-CC694B84C344}"/>
          </ac:picMkLst>
        </pc:picChg>
        <pc:picChg chg="mod">
          <ac:chgData name="Danny Aldemar Jiménez Martín" userId="090c7093-d26c-402e-bf89-b4168c9295b8" providerId="ADAL" clId="{82724187-FEE0-4FF4-915A-F2242FFEE658}" dt="2026-08-14T23:17:58.876" v="318" actId="1076"/>
          <ac:picMkLst>
            <pc:docMk/>
            <pc:sldMk cId="2135076903" sldId="280"/>
            <ac:picMk id="41" creationId="{F9D427AA-CE8C-4776-E6A9-E7498161D637}"/>
          </ac:picMkLst>
        </pc:picChg>
        <pc:picChg chg="mod">
          <ac:chgData name="Danny Aldemar Jiménez Martín" userId="090c7093-d26c-402e-bf89-b4168c9295b8" providerId="ADAL" clId="{82724187-FEE0-4FF4-915A-F2242FFEE658}" dt="2026-08-14T23:18:10.723" v="322" actId="1076"/>
          <ac:picMkLst>
            <pc:docMk/>
            <pc:sldMk cId="2135076903" sldId="280"/>
            <ac:picMk id="42" creationId="{109B3B37-F41D-C03C-86EC-C9DE4B0BCB2C}"/>
          </ac:picMkLst>
        </pc:picChg>
        <pc:picChg chg="mod">
          <ac:chgData name="Danny Aldemar Jiménez Martín" userId="090c7093-d26c-402e-bf89-b4168c9295b8" providerId="ADAL" clId="{82724187-FEE0-4FF4-915A-F2242FFEE658}" dt="2026-08-14T23:17:52.401" v="316" actId="1076"/>
          <ac:picMkLst>
            <pc:docMk/>
            <pc:sldMk cId="2135076903" sldId="280"/>
            <ac:picMk id="43" creationId="{0EA9E18F-4F89-C6ED-6152-AA6DE8EFAB68}"/>
          </ac:picMkLst>
        </pc:picChg>
      </pc:sldChg>
      <pc:sldChg chg="modSp mod">
        <pc:chgData name="Danny Aldemar Jiménez Martín" userId="090c7093-d26c-402e-bf89-b4168c9295b8" providerId="ADAL" clId="{82724187-FEE0-4FF4-915A-F2242FFEE658}" dt="2026-08-14T23:18:37.715" v="335" actId="20577"/>
        <pc:sldMkLst>
          <pc:docMk/>
          <pc:sldMk cId="1562661156" sldId="281"/>
        </pc:sldMkLst>
        <pc:spChg chg="mod">
          <ac:chgData name="Danny Aldemar Jiménez Martín" userId="090c7093-d26c-402e-bf89-b4168c9295b8" providerId="ADAL" clId="{82724187-FEE0-4FF4-915A-F2242FFEE658}" dt="2026-08-14T23:18:37.715" v="335" actId="20577"/>
          <ac:spMkLst>
            <pc:docMk/>
            <pc:sldMk cId="1562661156" sldId="281"/>
            <ac:spMk id="2" creationId="{BD26BE2F-E7D2-DF8C-D772-ACAA87241694}"/>
          </ac:spMkLst>
        </pc:spChg>
      </pc:sldChg>
      <pc:sldChg chg="modSp mod">
        <pc:chgData name="Danny Aldemar Jiménez Martín" userId="090c7093-d26c-402e-bf89-b4168c9295b8" providerId="ADAL" clId="{82724187-FEE0-4FF4-915A-F2242FFEE658}" dt="2026-08-14T23:19:29.988" v="341" actId="5793"/>
        <pc:sldMkLst>
          <pc:docMk/>
          <pc:sldMk cId="91382748" sldId="298"/>
        </pc:sldMkLst>
        <pc:spChg chg="mod">
          <ac:chgData name="Danny Aldemar Jiménez Martín" userId="090c7093-d26c-402e-bf89-b4168c9295b8" providerId="ADAL" clId="{82724187-FEE0-4FF4-915A-F2242FFEE658}" dt="2026-08-14T23:19:29.988" v="341" actId="5793"/>
          <ac:spMkLst>
            <pc:docMk/>
            <pc:sldMk cId="91382748" sldId="298"/>
            <ac:spMk id="3" creationId="{F42AE912-9304-C943-5BCE-E1FB791677E5}"/>
          </ac:spMkLst>
        </pc:spChg>
      </pc:sldChg>
      <pc:sldChg chg="modSp mod">
        <pc:chgData name="Danny Aldemar Jiménez Martín" userId="090c7093-d26c-402e-bf89-b4168c9295b8" providerId="ADAL" clId="{82724187-FEE0-4FF4-915A-F2242FFEE658}" dt="2026-08-14T23:20:21.680" v="342" actId="790"/>
        <pc:sldMkLst>
          <pc:docMk/>
          <pc:sldMk cId="1414275170" sldId="303"/>
        </pc:sldMkLst>
        <pc:graphicFrameChg chg="modGraphic">
          <ac:chgData name="Danny Aldemar Jiménez Martín" userId="090c7093-d26c-402e-bf89-b4168c9295b8" providerId="ADAL" clId="{82724187-FEE0-4FF4-915A-F2242FFEE658}" dt="2026-08-14T23:20:21.680" v="342" actId="790"/>
          <ac:graphicFrameMkLst>
            <pc:docMk/>
            <pc:sldMk cId="1414275170" sldId="303"/>
            <ac:graphicFrameMk id="7" creationId="{8115ECEE-A35B-5829-97C8-C0406E8D2823}"/>
          </ac:graphicFrameMkLst>
        </pc:graphicFrameChg>
      </pc:sldChg>
      <pc:sldChg chg="del">
        <pc:chgData name="Danny Aldemar Jiménez Martín" userId="090c7093-d26c-402e-bf89-b4168c9295b8" providerId="ADAL" clId="{82724187-FEE0-4FF4-915A-F2242FFEE658}" dt="2026-08-17T23:04:42.816" v="350" actId="47"/>
        <pc:sldMkLst>
          <pc:docMk/>
          <pc:sldMk cId="874923642" sldId="307"/>
        </pc:sldMkLst>
      </pc:sldChg>
      <pc:sldChg chg="modSp mod">
        <pc:chgData name="Danny Aldemar Jiménez Martín" userId="090c7093-d26c-402e-bf89-b4168c9295b8" providerId="ADAL" clId="{82724187-FEE0-4FF4-915A-F2242FFEE658}" dt="2026-08-15T01:42:52.888" v="349" actId="20577"/>
        <pc:sldMkLst>
          <pc:docMk/>
          <pc:sldMk cId="4127217399" sldId="310"/>
        </pc:sldMkLst>
        <pc:graphicFrameChg chg="modGraphic">
          <ac:chgData name="Danny Aldemar Jiménez Martín" userId="090c7093-d26c-402e-bf89-b4168c9295b8" providerId="ADAL" clId="{82724187-FEE0-4FF4-915A-F2242FFEE658}" dt="2026-08-15T01:42:52.888" v="349" actId="20577"/>
          <ac:graphicFrameMkLst>
            <pc:docMk/>
            <pc:sldMk cId="4127217399" sldId="310"/>
            <ac:graphicFrameMk id="9" creationId="{54DC998E-7C8C-E5D3-BEDF-9FD1A552C9B6}"/>
          </ac:graphicFrameMkLst>
        </pc:graphicFrameChg>
      </pc:sldChg>
      <pc:sldChg chg="del">
        <pc:chgData name="Danny Aldemar Jiménez Martín" userId="090c7093-d26c-402e-bf89-b4168c9295b8" providerId="ADAL" clId="{82724187-FEE0-4FF4-915A-F2242FFEE658}" dt="2026-08-17T23:04:42.816" v="350" actId="47"/>
        <pc:sldMkLst>
          <pc:docMk/>
          <pc:sldMk cId="1552746458" sldId="319"/>
        </pc:sldMkLst>
      </pc:sldChg>
      <pc:sldChg chg="del">
        <pc:chgData name="Danny Aldemar Jiménez Martín" userId="090c7093-d26c-402e-bf89-b4168c9295b8" providerId="ADAL" clId="{82724187-FEE0-4FF4-915A-F2242FFEE658}" dt="2026-08-17T23:04:42.816" v="350" actId="47"/>
        <pc:sldMkLst>
          <pc:docMk/>
          <pc:sldMk cId="1618415684" sldId="320"/>
        </pc:sldMkLst>
      </pc:sldChg>
      <pc:sldChg chg="del">
        <pc:chgData name="Danny Aldemar Jiménez Martín" userId="090c7093-d26c-402e-bf89-b4168c9295b8" providerId="ADAL" clId="{82724187-FEE0-4FF4-915A-F2242FFEE658}" dt="2026-08-17T23:04:42.816" v="350" actId="47"/>
        <pc:sldMkLst>
          <pc:docMk/>
          <pc:sldMk cId="130148130" sldId="321"/>
        </pc:sldMkLst>
      </pc:sldChg>
      <pc:sldChg chg="del">
        <pc:chgData name="Danny Aldemar Jiménez Martín" userId="090c7093-d26c-402e-bf89-b4168c9295b8" providerId="ADAL" clId="{82724187-FEE0-4FF4-915A-F2242FFEE658}" dt="2026-08-17T23:04:42.816" v="350" actId="47"/>
        <pc:sldMkLst>
          <pc:docMk/>
          <pc:sldMk cId="4130589170" sldId="322"/>
        </pc:sldMkLst>
      </pc:sldChg>
      <pc:sldChg chg="del">
        <pc:chgData name="Danny Aldemar Jiménez Martín" userId="090c7093-d26c-402e-bf89-b4168c9295b8" providerId="ADAL" clId="{82724187-FEE0-4FF4-915A-F2242FFEE658}" dt="2026-08-17T23:04:42.816" v="350" actId="47"/>
        <pc:sldMkLst>
          <pc:docMk/>
          <pc:sldMk cId="1138779473" sldId="325"/>
        </pc:sldMkLst>
      </pc:sldChg>
      <pc:sldChg chg="del">
        <pc:chgData name="Danny Aldemar Jiménez Martín" userId="090c7093-d26c-402e-bf89-b4168c9295b8" providerId="ADAL" clId="{82724187-FEE0-4FF4-915A-F2242FFEE658}" dt="2026-08-17T23:04:42.816" v="350" actId="47"/>
        <pc:sldMkLst>
          <pc:docMk/>
          <pc:sldMk cId="3600202002" sldId="327"/>
        </pc:sldMkLst>
      </pc:sldChg>
      <pc:sldChg chg="addSp modSp new mod">
        <pc:chgData name="Danny Aldemar Jiménez Martín" userId="090c7093-d26c-402e-bf89-b4168c9295b8" providerId="ADAL" clId="{82724187-FEE0-4FF4-915A-F2242FFEE658}" dt="2026-08-14T23:12:44.004" v="283" actId="404"/>
        <pc:sldMkLst>
          <pc:docMk/>
          <pc:sldMk cId="1248643412" sldId="328"/>
        </pc:sldMkLst>
        <pc:spChg chg="add mod">
          <ac:chgData name="Danny Aldemar Jiménez Martín" userId="090c7093-d26c-402e-bf89-b4168c9295b8" providerId="ADAL" clId="{82724187-FEE0-4FF4-915A-F2242FFEE658}" dt="2026-08-14T23:12:44.004" v="283" actId="404"/>
          <ac:spMkLst>
            <pc:docMk/>
            <pc:sldMk cId="1248643412" sldId="328"/>
            <ac:spMk id="3" creationId="{36B57133-383F-92C3-23A2-5CA26E1723E1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7F519F-A397-4D38-8C04-768E5A195EF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A575E4-CE5B-451E-BDDD-0EDF1D1356D9}">
      <dgm:prSet/>
      <dgm:spPr/>
      <dgm:t>
        <a:bodyPr/>
        <a:lstStyle/>
        <a:p>
          <a:r>
            <a:rPr lang="en-CA" b="1" dirty="0"/>
            <a:t>1. </a:t>
          </a:r>
          <a:r>
            <a:rPr lang="en-CA" b="1" dirty="0" err="1"/>
            <a:t>Entrenamiento</a:t>
          </a:r>
          <a:r>
            <a:rPr lang="en-CA" b="1" dirty="0"/>
            <a:t>: </a:t>
          </a:r>
          <a:r>
            <a:rPr lang="es-MX" dirty="0"/>
            <a:t>El algoritmo analiza miles de datos (fotos de perros y gatos</a:t>
          </a:r>
          <a:r>
            <a:rPr lang="en-CA" dirty="0"/>
            <a:t>)</a:t>
          </a:r>
          <a:endParaRPr lang="en-US" dirty="0"/>
        </a:p>
      </dgm:t>
    </dgm:pt>
    <dgm:pt modelId="{A7A9DDF7-D5E2-4D3B-AA8D-5C54B5BFD246}" type="parTrans" cxnId="{5207288B-55F5-4123-8ECF-65F172362A46}">
      <dgm:prSet/>
      <dgm:spPr/>
      <dgm:t>
        <a:bodyPr/>
        <a:lstStyle/>
        <a:p>
          <a:endParaRPr lang="en-US"/>
        </a:p>
      </dgm:t>
    </dgm:pt>
    <dgm:pt modelId="{4730E043-0D44-4524-83C1-2F11937B8DED}" type="sibTrans" cxnId="{5207288B-55F5-4123-8ECF-65F172362A46}">
      <dgm:prSet/>
      <dgm:spPr/>
      <dgm:t>
        <a:bodyPr/>
        <a:lstStyle/>
        <a:p>
          <a:endParaRPr lang="en-US"/>
        </a:p>
      </dgm:t>
    </dgm:pt>
    <dgm:pt modelId="{6B141144-3050-4AC5-9ECC-2CAE4712E9AA}">
      <dgm:prSet/>
      <dgm:spPr/>
      <dgm:t>
        <a:bodyPr/>
        <a:lstStyle/>
        <a:p>
          <a:r>
            <a:rPr lang="es-MX" b="1" dirty="0"/>
            <a:t>2. Identificación de patrones: </a:t>
          </a:r>
          <a:r>
            <a:rPr lang="es-MX" dirty="0"/>
            <a:t>El modelo detecta que los gatos suelen tener orejas puntiagudas y los perros hocicos más largos. Estos patrones se convierten en un modelo matemático</a:t>
          </a:r>
          <a:endParaRPr lang="en-US" dirty="0"/>
        </a:p>
      </dgm:t>
    </dgm:pt>
    <dgm:pt modelId="{DFD90851-90B8-4BED-9766-A9EEA763D2DA}" type="parTrans" cxnId="{99D3C6D8-36E1-47C7-BD68-EDED307BD544}">
      <dgm:prSet/>
      <dgm:spPr/>
      <dgm:t>
        <a:bodyPr/>
        <a:lstStyle/>
        <a:p>
          <a:endParaRPr lang="en-US"/>
        </a:p>
      </dgm:t>
    </dgm:pt>
    <dgm:pt modelId="{71D86857-92C3-4049-A25C-BCE5C8304E50}" type="sibTrans" cxnId="{99D3C6D8-36E1-47C7-BD68-EDED307BD544}">
      <dgm:prSet/>
      <dgm:spPr/>
      <dgm:t>
        <a:bodyPr/>
        <a:lstStyle/>
        <a:p>
          <a:endParaRPr lang="en-US"/>
        </a:p>
      </dgm:t>
    </dgm:pt>
    <dgm:pt modelId="{F8E506E0-B89F-419C-806B-D92763EA2B9F}">
      <dgm:prSet/>
      <dgm:spPr/>
      <dgm:t>
        <a:bodyPr/>
        <a:lstStyle/>
        <a:p>
          <a:r>
            <a:rPr lang="es-MX" b="1" dirty="0"/>
            <a:t>3. Predicción: </a:t>
          </a:r>
          <a:r>
            <a:rPr lang="es-MX" dirty="0"/>
            <a:t>Cuando le muestras una foto nueva que nunca ha visto, usa ese modelo para calcular la probabilidad de qué animal es.</a:t>
          </a:r>
          <a:endParaRPr lang="en-US" dirty="0"/>
        </a:p>
      </dgm:t>
    </dgm:pt>
    <dgm:pt modelId="{344FF03A-3444-482D-A9CF-70015AFC761D}" type="parTrans" cxnId="{838456E3-17CA-467E-B8C1-8D5D824E0D15}">
      <dgm:prSet/>
      <dgm:spPr/>
      <dgm:t>
        <a:bodyPr/>
        <a:lstStyle/>
        <a:p>
          <a:endParaRPr lang="en-US"/>
        </a:p>
      </dgm:t>
    </dgm:pt>
    <dgm:pt modelId="{A867164E-910E-4C35-A69D-85FCB67E940A}" type="sibTrans" cxnId="{838456E3-17CA-467E-B8C1-8D5D824E0D15}">
      <dgm:prSet/>
      <dgm:spPr/>
      <dgm:t>
        <a:bodyPr/>
        <a:lstStyle/>
        <a:p>
          <a:endParaRPr lang="en-US"/>
        </a:p>
      </dgm:t>
    </dgm:pt>
    <dgm:pt modelId="{E9E61F5D-8F33-427A-A725-169FDD4F0458}" type="pres">
      <dgm:prSet presAssocID="{6E7F519F-A397-4D38-8C04-768E5A195EF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70C11A6-C9D9-4893-AF52-EBA21FDC9B94}" type="pres">
      <dgm:prSet presAssocID="{CEA575E4-CE5B-451E-BDDD-0EDF1D1356D9}" presName="hierRoot1" presStyleCnt="0"/>
      <dgm:spPr/>
    </dgm:pt>
    <dgm:pt modelId="{76CF96E4-A9BD-4D39-A7B1-328F3669CD6B}" type="pres">
      <dgm:prSet presAssocID="{CEA575E4-CE5B-451E-BDDD-0EDF1D1356D9}" presName="composite" presStyleCnt="0"/>
      <dgm:spPr/>
    </dgm:pt>
    <dgm:pt modelId="{0BD29522-B7E2-4804-83D3-8C6F0B187EA6}" type="pres">
      <dgm:prSet presAssocID="{CEA575E4-CE5B-451E-BDDD-0EDF1D1356D9}" presName="background" presStyleLbl="node0" presStyleIdx="0" presStyleCnt="3"/>
      <dgm:spPr/>
    </dgm:pt>
    <dgm:pt modelId="{9A7A8F9D-2080-46A2-A527-0DB0C1B67D34}" type="pres">
      <dgm:prSet presAssocID="{CEA575E4-CE5B-451E-BDDD-0EDF1D1356D9}" presName="text" presStyleLbl="fgAcc0" presStyleIdx="0" presStyleCnt="3">
        <dgm:presLayoutVars>
          <dgm:chPref val="3"/>
        </dgm:presLayoutVars>
      </dgm:prSet>
      <dgm:spPr/>
    </dgm:pt>
    <dgm:pt modelId="{7AD1DC5E-5106-42A9-A12A-EB7F6D2E6645}" type="pres">
      <dgm:prSet presAssocID="{CEA575E4-CE5B-451E-BDDD-0EDF1D1356D9}" presName="hierChild2" presStyleCnt="0"/>
      <dgm:spPr/>
    </dgm:pt>
    <dgm:pt modelId="{4A1ABFA0-52B1-4BDF-8CCB-D92081A3ED99}" type="pres">
      <dgm:prSet presAssocID="{6B141144-3050-4AC5-9ECC-2CAE4712E9AA}" presName="hierRoot1" presStyleCnt="0"/>
      <dgm:spPr/>
    </dgm:pt>
    <dgm:pt modelId="{5FD01432-0B88-4248-BDB1-4EAE4CE3F59F}" type="pres">
      <dgm:prSet presAssocID="{6B141144-3050-4AC5-9ECC-2CAE4712E9AA}" presName="composite" presStyleCnt="0"/>
      <dgm:spPr/>
    </dgm:pt>
    <dgm:pt modelId="{0F20DADA-FC26-43DE-8FDC-EB2C823EABF1}" type="pres">
      <dgm:prSet presAssocID="{6B141144-3050-4AC5-9ECC-2CAE4712E9AA}" presName="background" presStyleLbl="node0" presStyleIdx="1" presStyleCnt="3"/>
      <dgm:spPr/>
    </dgm:pt>
    <dgm:pt modelId="{6B501685-3F9D-430C-B808-BF632515DB3B}" type="pres">
      <dgm:prSet presAssocID="{6B141144-3050-4AC5-9ECC-2CAE4712E9AA}" presName="text" presStyleLbl="fgAcc0" presStyleIdx="1" presStyleCnt="3">
        <dgm:presLayoutVars>
          <dgm:chPref val="3"/>
        </dgm:presLayoutVars>
      </dgm:prSet>
      <dgm:spPr/>
    </dgm:pt>
    <dgm:pt modelId="{37AD2DD3-0291-483D-9111-49F2DB0BBBAE}" type="pres">
      <dgm:prSet presAssocID="{6B141144-3050-4AC5-9ECC-2CAE4712E9AA}" presName="hierChild2" presStyleCnt="0"/>
      <dgm:spPr/>
    </dgm:pt>
    <dgm:pt modelId="{4F58C5E9-A190-432D-BC10-BD2F8ADF35A7}" type="pres">
      <dgm:prSet presAssocID="{F8E506E0-B89F-419C-806B-D92763EA2B9F}" presName="hierRoot1" presStyleCnt="0"/>
      <dgm:spPr/>
    </dgm:pt>
    <dgm:pt modelId="{BE7BEEC0-48F3-49B2-A497-BC84CF2832AF}" type="pres">
      <dgm:prSet presAssocID="{F8E506E0-B89F-419C-806B-D92763EA2B9F}" presName="composite" presStyleCnt="0"/>
      <dgm:spPr/>
    </dgm:pt>
    <dgm:pt modelId="{E01238C9-0025-4B6D-B7F7-FDFDCC661297}" type="pres">
      <dgm:prSet presAssocID="{F8E506E0-B89F-419C-806B-D92763EA2B9F}" presName="background" presStyleLbl="node0" presStyleIdx="2" presStyleCnt="3"/>
      <dgm:spPr/>
    </dgm:pt>
    <dgm:pt modelId="{710179AD-7389-4A39-B56B-65284B0A7567}" type="pres">
      <dgm:prSet presAssocID="{F8E506E0-B89F-419C-806B-D92763EA2B9F}" presName="text" presStyleLbl="fgAcc0" presStyleIdx="2" presStyleCnt="3">
        <dgm:presLayoutVars>
          <dgm:chPref val="3"/>
        </dgm:presLayoutVars>
      </dgm:prSet>
      <dgm:spPr/>
    </dgm:pt>
    <dgm:pt modelId="{B8B46C98-BE6E-4D7A-9EE7-5D21043F7F39}" type="pres">
      <dgm:prSet presAssocID="{F8E506E0-B89F-419C-806B-D92763EA2B9F}" presName="hierChild2" presStyleCnt="0"/>
      <dgm:spPr/>
    </dgm:pt>
  </dgm:ptLst>
  <dgm:cxnLst>
    <dgm:cxn modelId="{1F746B12-6CD7-4771-9563-96BE8798B90F}" type="presOf" srcId="{CEA575E4-CE5B-451E-BDDD-0EDF1D1356D9}" destId="{9A7A8F9D-2080-46A2-A527-0DB0C1B67D34}" srcOrd="0" destOrd="0" presId="urn:microsoft.com/office/officeart/2005/8/layout/hierarchy1"/>
    <dgm:cxn modelId="{FF716D8A-49AC-4869-9A86-05BF74B307E1}" type="presOf" srcId="{F8E506E0-B89F-419C-806B-D92763EA2B9F}" destId="{710179AD-7389-4A39-B56B-65284B0A7567}" srcOrd="0" destOrd="0" presId="urn:microsoft.com/office/officeart/2005/8/layout/hierarchy1"/>
    <dgm:cxn modelId="{5207288B-55F5-4123-8ECF-65F172362A46}" srcId="{6E7F519F-A397-4D38-8C04-768E5A195EF2}" destId="{CEA575E4-CE5B-451E-BDDD-0EDF1D1356D9}" srcOrd="0" destOrd="0" parTransId="{A7A9DDF7-D5E2-4D3B-AA8D-5C54B5BFD246}" sibTransId="{4730E043-0D44-4524-83C1-2F11937B8DED}"/>
    <dgm:cxn modelId="{57CABBA8-DAB2-4290-A6C5-BB729B1A19EA}" type="presOf" srcId="{6E7F519F-A397-4D38-8C04-768E5A195EF2}" destId="{E9E61F5D-8F33-427A-A725-169FDD4F0458}" srcOrd="0" destOrd="0" presId="urn:microsoft.com/office/officeart/2005/8/layout/hierarchy1"/>
    <dgm:cxn modelId="{B65CDED2-EE61-43D1-BD5A-B709C03B836D}" type="presOf" srcId="{6B141144-3050-4AC5-9ECC-2CAE4712E9AA}" destId="{6B501685-3F9D-430C-B808-BF632515DB3B}" srcOrd="0" destOrd="0" presId="urn:microsoft.com/office/officeart/2005/8/layout/hierarchy1"/>
    <dgm:cxn modelId="{99D3C6D8-36E1-47C7-BD68-EDED307BD544}" srcId="{6E7F519F-A397-4D38-8C04-768E5A195EF2}" destId="{6B141144-3050-4AC5-9ECC-2CAE4712E9AA}" srcOrd="1" destOrd="0" parTransId="{DFD90851-90B8-4BED-9766-A9EEA763D2DA}" sibTransId="{71D86857-92C3-4049-A25C-BCE5C8304E50}"/>
    <dgm:cxn modelId="{838456E3-17CA-467E-B8C1-8D5D824E0D15}" srcId="{6E7F519F-A397-4D38-8C04-768E5A195EF2}" destId="{F8E506E0-B89F-419C-806B-D92763EA2B9F}" srcOrd="2" destOrd="0" parTransId="{344FF03A-3444-482D-A9CF-70015AFC761D}" sibTransId="{A867164E-910E-4C35-A69D-85FCB67E940A}"/>
    <dgm:cxn modelId="{86DA4732-D009-4B7E-8ABC-457661C14C10}" type="presParOf" srcId="{E9E61F5D-8F33-427A-A725-169FDD4F0458}" destId="{F70C11A6-C9D9-4893-AF52-EBA21FDC9B94}" srcOrd="0" destOrd="0" presId="urn:microsoft.com/office/officeart/2005/8/layout/hierarchy1"/>
    <dgm:cxn modelId="{D39DA2A9-9A3E-4C2F-AA50-B5FBEA47CF20}" type="presParOf" srcId="{F70C11A6-C9D9-4893-AF52-EBA21FDC9B94}" destId="{76CF96E4-A9BD-4D39-A7B1-328F3669CD6B}" srcOrd="0" destOrd="0" presId="urn:microsoft.com/office/officeart/2005/8/layout/hierarchy1"/>
    <dgm:cxn modelId="{B65B148F-20B2-4185-8AF0-F3544260358C}" type="presParOf" srcId="{76CF96E4-A9BD-4D39-A7B1-328F3669CD6B}" destId="{0BD29522-B7E2-4804-83D3-8C6F0B187EA6}" srcOrd="0" destOrd="0" presId="urn:microsoft.com/office/officeart/2005/8/layout/hierarchy1"/>
    <dgm:cxn modelId="{6DE2DD7F-E45E-435F-A6A4-49BCA606D256}" type="presParOf" srcId="{76CF96E4-A9BD-4D39-A7B1-328F3669CD6B}" destId="{9A7A8F9D-2080-46A2-A527-0DB0C1B67D34}" srcOrd="1" destOrd="0" presId="urn:microsoft.com/office/officeart/2005/8/layout/hierarchy1"/>
    <dgm:cxn modelId="{C9124905-130E-46DD-A0EB-7812C953685A}" type="presParOf" srcId="{F70C11A6-C9D9-4893-AF52-EBA21FDC9B94}" destId="{7AD1DC5E-5106-42A9-A12A-EB7F6D2E6645}" srcOrd="1" destOrd="0" presId="urn:microsoft.com/office/officeart/2005/8/layout/hierarchy1"/>
    <dgm:cxn modelId="{606EDDC9-5D1E-458E-98FB-F9A33D283BB5}" type="presParOf" srcId="{E9E61F5D-8F33-427A-A725-169FDD4F0458}" destId="{4A1ABFA0-52B1-4BDF-8CCB-D92081A3ED99}" srcOrd="1" destOrd="0" presId="urn:microsoft.com/office/officeart/2005/8/layout/hierarchy1"/>
    <dgm:cxn modelId="{96245CE7-E99A-4D87-B6E0-0AFA8995A0CA}" type="presParOf" srcId="{4A1ABFA0-52B1-4BDF-8CCB-D92081A3ED99}" destId="{5FD01432-0B88-4248-BDB1-4EAE4CE3F59F}" srcOrd="0" destOrd="0" presId="urn:microsoft.com/office/officeart/2005/8/layout/hierarchy1"/>
    <dgm:cxn modelId="{925D703D-E9B1-4147-B2C6-892D2560E1D8}" type="presParOf" srcId="{5FD01432-0B88-4248-BDB1-4EAE4CE3F59F}" destId="{0F20DADA-FC26-43DE-8FDC-EB2C823EABF1}" srcOrd="0" destOrd="0" presId="urn:microsoft.com/office/officeart/2005/8/layout/hierarchy1"/>
    <dgm:cxn modelId="{33150335-E7AD-4E7C-AB5B-75EA71A0C36F}" type="presParOf" srcId="{5FD01432-0B88-4248-BDB1-4EAE4CE3F59F}" destId="{6B501685-3F9D-430C-B808-BF632515DB3B}" srcOrd="1" destOrd="0" presId="urn:microsoft.com/office/officeart/2005/8/layout/hierarchy1"/>
    <dgm:cxn modelId="{823DB46B-82F9-4B9D-BDB6-B9899F43EDAC}" type="presParOf" srcId="{4A1ABFA0-52B1-4BDF-8CCB-D92081A3ED99}" destId="{37AD2DD3-0291-483D-9111-49F2DB0BBBAE}" srcOrd="1" destOrd="0" presId="urn:microsoft.com/office/officeart/2005/8/layout/hierarchy1"/>
    <dgm:cxn modelId="{45567E31-BAC1-4252-BB9D-15923F23E05A}" type="presParOf" srcId="{E9E61F5D-8F33-427A-A725-169FDD4F0458}" destId="{4F58C5E9-A190-432D-BC10-BD2F8ADF35A7}" srcOrd="2" destOrd="0" presId="urn:microsoft.com/office/officeart/2005/8/layout/hierarchy1"/>
    <dgm:cxn modelId="{794393E9-FC38-4373-A0CA-FF6265D32F1B}" type="presParOf" srcId="{4F58C5E9-A190-432D-BC10-BD2F8ADF35A7}" destId="{BE7BEEC0-48F3-49B2-A497-BC84CF2832AF}" srcOrd="0" destOrd="0" presId="urn:microsoft.com/office/officeart/2005/8/layout/hierarchy1"/>
    <dgm:cxn modelId="{9904F35F-D480-4FB1-A88A-7D678B225DB6}" type="presParOf" srcId="{BE7BEEC0-48F3-49B2-A497-BC84CF2832AF}" destId="{E01238C9-0025-4B6D-B7F7-FDFDCC661297}" srcOrd="0" destOrd="0" presId="urn:microsoft.com/office/officeart/2005/8/layout/hierarchy1"/>
    <dgm:cxn modelId="{B22C3060-38F3-4C2B-98EB-0192C8106530}" type="presParOf" srcId="{BE7BEEC0-48F3-49B2-A497-BC84CF2832AF}" destId="{710179AD-7389-4A39-B56B-65284B0A7567}" srcOrd="1" destOrd="0" presId="urn:microsoft.com/office/officeart/2005/8/layout/hierarchy1"/>
    <dgm:cxn modelId="{B3427B86-F0DF-4B8A-BA56-AA70E0947DDF}" type="presParOf" srcId="{4F58C5E9-A190-432D-BC10-BD2F8ADF35A7}" destId="{B8B46C98-BE6E-4D7A-9EE7-5D21043F7F3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E834C3-8151-469B-B427-5AB05846B73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BDC3DE2-CCC9-4183-9E9D-55F7D4400884}">
      <dgm:prSet/>
      <dgm:spPr/>
      <dgm:t>
        <a:bodyPr/>
        <a:lstStyle/>
        <a:p>
          <a:r>
            <a:rPr lang="es-ES" b="1"/>
            <a:t>Tipos de aprendizaje: </a:t>
          </a:r>
          <a:endParaRPr lang="en-US"/>
        </a:p>
      </dgm:t>
    </dgm:pt>
    <dgm:pt modelId="{28CE844C-FEBE-401A-B218-3E66E9544338}" type="parTrans" cxnId="{CEA46CEC-7B5B-4D3D-B46C-F54798A081F2}">
      <dgm:prSet/>
      <dgm:spPr/>
      <dgm:t>
        <a:bodyPr/>
        <a:lstStyle/>
        <a:p>
          <a:endParaRPr lang="en-US"/>
        </a:p>
      </dgm:t>
    </dgm:pt>
    <dgm:pt modelId="{BD69BA2B-9912-4354-8847-B049336F94F2}" type="sibTrans" cxnId="{CEA46CEC-7B5B-4D3D-B46C-F54798A081F2}">
      <dgm:prSet/>
      <dgm:spPr/>
      <dgm:t>
        <a:bodyPr/>
        <a:lstStyle/>
        <a:p>
          <a:endParaRPr lang="en-US"/>
        </a:p>
      </dgm:t>
    </dgm:pt>
    <dgm:pt modelId="{597178B4-4407-43AA-A879-05C0F01027C6}">
      <dgm:prSet/>
      <dgm:spPr/>
      <dgm:t>
        <a:bodyPr/>
        <a:lstStyle/>
        <a:p>
          <a:r>
            <a:rPr lang="es-ES" b="1"/>
            <a:t>Supervisado </a:t>
          </a:r>
          <a:endParaRPr lang="en-US"/>
        </a:p>
      </dgm:t>
    </dgm:pt>
    <dgm:pt modelId="{DCD463B5-9CD8-4BF1-B4A7-3C34D07B49FA}" type="parTrans" cxnId="{F7C714F9-FA72-4F05-98D8-52A767229A9F}">
      <dgm:prSet/>
      <dgm:spPr/>
      <dgm:t>
        <a:bodyPr/>
        <a:lstStyle/>
        <a:p>
          <a:endParaRPr lang="en-US"/>
        </a:p>
      </dgm:t>
    </dgm:pt>
    <dgm:pt modelId="{C30B32A1-92CB-4066-B80C-DE92D51046DF}" type="sibTrans" cxnId="{F7C714F9-FA72-4F05-98D8-52A767229A9F}">
      <dgm:prSet/>
      <dgm:spPr/>
      <dgm:t>
        <a:bodyPr/>
        <a:lstStyle/>
        <a:p>
          <a:endParaRPr lang="en-US"/>
        </a:p>
      </dgm:t>
    </dgm:pt>
    <dgm:pt modelId="{066ADF96-2A26-4474-8429-B31C8F9D50A4}">
      <dgm:prSet/>
      <dgm:spPr/>
      <dgm:t>
        <a:bodyPr/>
        <a:lstStyle/>
        <a:p>
          <a:r>
            <a:rPr lang="es-ES" b="1"/>
            <a:t>No supervisado </a:t>
          </a:r>
          <a:endParaRPr lang="en-US"/>
        </a:p>
      </dgm:t>
    </dgm:pt>
    <dgm:pt modelId="{5BB771CD-764A-4650-9D37-63ABA454C817}" type="parTrans" cxnId="{B4D01A47-8FD4-4500-BA80-A9336125A16B}">
      <dgm:prSet/>
      <dgm:spPr/>
      <dgm:t>
        <a:bodyPr/>
        <a:lstStyle/>
        <a:p>
          <a:endParaRPr lang="en-US"/>
        </a:p>
      </dgm:t>
    </dgm:pt>
    <dgm:pt modelId="{52838B69-2A1A-4234-B731-C2D30281E6E1}" type="sibTrans" cxnId="{B4D01A47-8FD4-4500-BA80-A9336125A16B}">
      <dgm:prSet/>
      <dgm:spPr/>
      <dgm:t>
        <a:bodyPr/>
        <a:lstStyle/>
        <a:p>
          <a:endParaRPr lang="en-US"/>
        </a:p>
      </dgm:t>
    </dgm:pt>
    <dgm:pt modelId="{79223297-C2F1-4425-8BEA-EA0CAECCD51C}">
      <dgm:prSet/>
      <dgm:spPr/>
      <dgm:t>
        <a:bodyPr/>
        <a:lstStyle/>
        <a:p>
          <a:r>
            <a:rPr lang="es-ES" b="1"/>
            <a:t>Por refuerzo  </a:t>
          </a:r>
          <a:endParaRPr lang="en-US"/>
        </a:p>
      </dgm:t>
    </dgm:pt>
    <dgm:pt modelId="{D699B439-3B77-4DBB-ACA9-3A9AD561F090}" type="parTrans" cxnId="{4C514030-EAE1-4321-831B-30F89BB9655F}">
      <dgm:prSet/>
      <dgm:spPr/>
      <dgm:t>
        <a:bodyPr/>
        <a:lstStyle/>
        <a:p>
          <a:endParaRPr lang="en-US"/>
        </a:p>
      </dgm:t>
    </dgm:pt>
    <dgm:pt modelId="{2BC820AC-4F83-45D8-AE9C-BA4F53CAC9DA}" type="sibTrans" cxnId="{4C514030-EAE1-4321-831B-30F89BB9655F}">
      <dgm:prSet/>
      <dgm:spPr/>
      <dgm:t>
        <a:bodyPr/>
        <a:lstStyle/>
        <a:p>
          <a:endParaRPr lang="en-US"/>
        </a:p>
      </dgm:t>
    </dgm:pt>
    <dgm:pt modelId="{D67AE215-E8B2-4F00-A083-5299E4C1AE47}" type="pres">
      <dgm:prSet presAssocID="{ADE834C3-8151-469B-B427-5AB05846B73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585EEA8-1E19-41EC-8359-C7D662E6F0B4}" type="pres">
      <dgm:prSet presAssocID="{5BDC3DE2-CCC9-4183-9E9D-55F7D4400884}" presName="hierRoot1" presStyleCnt="0"/>
      <dgm:spPr/>
    </dgm:pt>
    <dgm:pt modelId="{79961123-84AD-4C78-9583-2402DFDEDF57}" type="pres">
      <dgm:prSet presAssocID="{5BDC3DE2-CCC9-4183-9E9D-55F7D4400884}" presName="composite" presStyleCnt="0"/>
      <dgm:spPr/>
    </dgm:pt>
    <dgm:pt modelId="{2C8CDEB8-1380-48E9-B648-88C2A462DAFD}" type="pres">
      <dgm:prSet presAssocID="{5BDC3DE2-CCC9-4183-9E9D-55F7D4400884}" presName="background" presStyleLbl="node0" presStyleIdx="0" presStyleCnt="1"/>
      <dgm:spPr/>
    </dgm:pt>
    <dgm:pt modelId="{18AFBAF7-9195-4221-A004-2F867166D6E2}" type="pres">
      <dgm:prSet presAssocID="{5BDC3DE2-CCC9-4183-9E9D-55F7D4400884}" presName="text" presStyleLbl="fgAcc0" presStyleIdx="0" presStyleCnt="1">
        <dgm:presLayoutVars>
          <dgm:chPref val="3"/>
        </dgm:presLayoutVars>
      </dgm:prSet>
      <dgm:spPr/>
    </dgm:pt>
    <dgm:pt modelId="{40AE3B26-994C-44E7-A374-530BC934C630}" type="pres">
      <dgm:prSet presAssocID="{5BDC3DE2-CCC9-4183-9E9D-55F7D4400884}" presName="hierChild2" presStyleCnt="0"/>
      <dgm:spPr/>
    </dgm:pt>
    <dgm:pt modelId="{16D7CB2E-46E4-44EF-82F4-FFFEE47DAD6D}" type="pres">
      <dgm:prSet presAssocID="{DCD463B5-9CD8-4BF1-B4A7-3C34D07B49FA}" presName="Name10" presStyleLbl="parChTrans1D2" presStyleIdx="0" presStyleCnt="3"/>
      <dgm:spPr/>
    </dgm:pt>
    <dgm:pt modelId="{3D03335B-7190-4696-8A6C-4DC6E0B7824C}" type="pres">
      <dgm:prSet presAssocID="{597178B4-4407-43AA-A879-05C0F01027C6}" presName="hierRoot2" presStyleCnt="0"/>
      <dgm:spPr/>
    </dgm:pt>
    <dgm:pt modelId="{3EAE7141-F13F-46E7-8AED-7626B6E20112}" type="pres">
      <dgm:prSet presAssocID="{597178B4-4407-43AA-A879-05C0F01027C6}" presName="composite2" presStyleCnt="0"/>
      <dgm:spPr/>
    </dgm:pt>
    <dgm:pt modelId="{FE2ADCF8-A0A7-47A8-A43F-3C3A70B41ACC}" type="pres">
      <dgm:prSet presAssocID="{597178B4-4407-43AA-A879-05C0F01027C6}" presName="background2" presStyleLbl="node2" presStyleIdx="0" presStyleCnt="3"/>
      <dgm:spPr/>
    </dgm:pt>
    <dgm:pt modelId="{6A55BEDB-9BA0-49D7-BDE0-C506F4945FA9}" type="pres">
      <dgm:prSet presAssocID="{597178B4-4407-43AA-A879-05C0F01027C6}" presName="text2" presStyleLbl="fgAcc2" presStyleIdx="0" presStyleCnt="3">
        <dgm:presLayoutVars>
          <dgm:chPref val="3"/>
        </dgm:presLayoutVars>
      </dgm:prSet>
      <dgm:spPr/>
    </dgm:pt>
    <dgm:pt modelId="{EF5BF0BA-BEA8-4985-BE2F-56472B10E299}" type="pres">
      <dgm:prSet presAssocID="{597178B4-4407-43AA-A879-05C0F01027C6}" presName="hierChild3" presStyleCnt="0"/>
      <dgm:spPr/>
    </dgm:pt>
    <dgm:pt modelId="{DCD7A2D7-3AEF-4CC3-8298-4AE6E4C6B5EE}" type="pres">
      <dgm:prSet presAssocID="{5BB771CD-764A-4650-9D37-63ABA454C817}" presName="Name10" presStyleLbl="parChTrans1D2" presStyleIdx="1" presStyleCnt="3"/>
      <dgm:spPr/>
    </dgm:pt>
    <dgm:pt modelId="{45274933-F82D-4D67-8039-D275BEB0003D}" type="pres">
      <dgm:prSet presAssocID="{066ADF96-2A26-4474-8429-B31C8F9D50A4}" presName="hierRoot2" presStyleCnt="0"/>
      <dgm:spPr/>
    </dgm:pt>
    <dgm:pt modelId="{5A3D0A35-FFA7-4989-8B16-7F3C285E4282}" type="pres">
      <dgm:prSet presAssocID="{066ADF96-2A26-4474-8429-B31C8F9D50A4}" presName="composite2" presStyleCnt="0"/>
      <dgm:spPr/>
    </dgm:pt>
    <dgm:pt modelId="{719C07A0-5A76-4C85-B68F-44DA0D35F6A9}" type="pres">
      <dgm:prSet presAssocID="{066ADF96-2A26-4474-8429-B31C8F9D50A4}" presName="background2" presStyleLbl="node2" presStyleIdx="1" presStyleCnt="3"/>
      <dgm:spPr/>
    </dgm:pt>
    <dgm:pt modelId="{D2C663EF-1B7C-41B0-8C5E-F3C89805C55C}" type="pres">
      <dgm:prSet presAssocID="{066ADF96-2A26-4474-8429-B31C8F9D50A4}" presName="text2" presStyleLbl="fgAcc2" presStyleIdx="1" presStyleCnt="3">
        <dgm:presLayoutVars>
          <dgm:chPref val="3"/>
        </dgm:presLayoutVars>
      </dgm:prSet>
      <dgm:spPr/>
    </dgm:pt>
    <dgm:pt modelId="{BF07EAD9-6C68-41B5-ADF6-76FBF1FA7A03}" type="pres">
      <dgm:prSet presAssocID="{066ADF96-2A26-4474-8429-B31C8F9D50A4}" presName="hierChild3" presStyleCnt="0"/>
      <dgm:spPr/>
    </dgm:pt>
    <dgm:pt modelId="{CE864382-9336-44DA-9A89-D1B286CDD36B}" type="pres">
      <dgm:prSet presAssocID="{D699B439-3B77-4DBB-ACA9-3A9AD561F090}" presName="Name10" presStyleLbl="parChTrans1D2" presStyleIdx="2" presStyleCnt="3"/>
      <dgm:spPr/>
    </dgm:pt>
    <dgm:pt modelId="{B9B7EA87-5BDB-40E1-821F-94B0F51589C1}" type="pres">
      <dgm:prSet presAssocID="{79223297-C2F1-4425-8BEA-EA0CAECCD51C}" presName="hierRoot2" presStyleCnt="0"/>
      <dgm:spPr/>
    </dgm:pt>
    <dgm:pt modelId="{1778B8C7-0216-4A72-AC95-AD17E79A35DE}" type="pres">
      <dgm:prSet presAssocID="{79223297-C2F1-4425-8BEA-EA0CAECCD51C}" presName="composite2" presStyleCnt="0"/>
      <dgm:spPr/>
    </dgm:pt>
    <dgm:pt modelId="{1EB6B4EB-395D-4784-B9AC-209518F13047}" type="pres">
      <dgm:prSet presAssocID="{79223297-C2F1-4425-8BEA-EA0CAECCD51C}" presName="background2" presStyleLbl="node2" presStyleIdx="2" presStyleCnt="3"/>
      <dgm:spPr/>
    </dgm:pt>
    <dgm:pt modelId="{45A022F3-746A-4C77-8A92-FCEEAA32A59C}" type="pres">
      <dgm:prSet presAssocID="{79223297-C2F1-4425-8BEA-EA0CAECCD51C}" presName="text2" presStyleLbl="fgAcc2" presStyleIdx="2" presStyleCnt="3">
        <dgm:presLayoutVars>
          <dgm:chPref val="3"/>
        </dgm:presLayoutVars>
      </dgm:prSet>
      <dgm:spPr/>
    </dgm:pt>
    <dgm:pt modelId="{BD26FEC8-8EB4-4FD5-BB24-46AA3CA8A188}" type="pres">
      <dgm:prSet presAssocID="{79223297-C2F1-4425-8BEA-EA0CAECCD51C}" presName="hierChild3" presStyleCnt="0"/>
      <dgm:spPr/>
    </dgm:pt>
  </dgm:ptLst>
  <dgm:cxnLst>
    <dgm:cxn modelId="{BE0DB222-D487-4D01-B793-90B11E99FAD9}" type="presOf" srcId="{066ADF96-2A26-4474-8429-B31C8F9D50A4}" destId="{D2C663EF-1B7C-41B0-8C5E-F3C89805C55C}" srcOrd="0" destOrd="0" presId="urn:microsoft.com/office/officeart/2005/8/layout/hierarchy1"/>
    <dgm:cxn modelId="{4C514030-EAE1-4321-831B-30F89BB9655F}" srcId="{5BDC3DE2-CCC9-4183-9E9D-55F7D4400884}" destId="{79223297-C2F1-4425-8BEA-EA0CAECCD51C}" srcOrd="2" destOrd="0" parTransId="{D699B439-3B77-4DBB-ACA9-3A9AD561F090}" sibTransId="{2BC820AC-4F83-45D8-AE9C-BA4F53CAC9DA}"/>
    <dgm:cxn modelId="{7F906B38-F92C-47AE-8C12-82DB7EA24210}" type="presOf" srcId="{ADE834C3-8151-469B-B427-5AB05846B730}" destId="{D67AE215-E8B2-4F00-A083-5299E4C1AE47}" srcOrd="0" destOrd="0" presId="urn:microsoft.com/office/officeart/2005/8/layout/hierarchy1"/>
    <dgm:cxn modelId="{B4D01A47-8FD4-4500-BA80-A9336125A16B}" srcId="{5BDC3DE2-CCC9-4183-9E9D-55F7D4400884}" destId="{066ADF96-2A26-4474-8429-B31C8F9D50A4}" srcOrd="1" destOrd="0" parTransId="{5BB771CD-764A-4650-9D37-63ABA454C817}" sibTransId="{52838B69-2A1A-4234-B731-C2D30281E6E1}"/>
    <dgm:cxn modelId="{CDA6D76C-D345-4D57-A412-AC76BB6AF164}" type="presOf" srcId="{79223297-C2F1-4425-8BEA-EA0CAECCD51C}" destId="{45A022F3-746A-4C77-8A92-FCEEAA32A59C}" srcOrd="0" destOrd="0" presId="urn:microsoft.com/office/officeart/2005/8/layout/hierarchy1"/>
    <dgm:cxn modelId="{DCC15998-85A1-4274-9C3B-6336894FFBB4}" type="presOf" srcId="{DCD463B5-9CD8-4BF1-B4A7-3C34D07B49FA}" destId="{16D7CB2E-46E4-44EF-82F4-FFFEE47DAD6D}" srcOrd="0" destOrd="0" presId="urn:microsoft.com/office/officeart/2005/8/layout/hierarchy1"/>
    <dgm:cxn modelId="{554271B2-D00F-480D-A8EE-90F717F8711A}" type="presOf" srcId="{D699B439-3B77-4DBB-ACA9-3A9AD561F090}" destId="{CE864382-9336-44DA-9A89-D1B286CDD36B}" srcOrd="0" destOrd="0" presId="urn:microsoft.com/office/officeart/2005/8/layout/hierarchy1"/>
    <dgm:cxn modelId="{FD23D8D8-ACE5-4565-931B-D3BAF30256F5}" type="presOf" srcId="{597178B4-4407-43AA-A879-05C0F01027C6}" destId="{6A55BEDB-9BA0-49D7-BDE0-C506F4945FA9}" srcOrd="0" destOrd="0" presId="urn:microsoft.com/office/officeart/2005/8/layout/hierarchy1"/>
    <dgm:cxn modelId="{01A9D7E6-6765-4DF5-943E-F343606FBBA2}" type="presOf" srcId="{5BDC3DE2-CCC9-4183-9E9D-55F7D4400884}" destId="{18AFBAF7-9195-4221-A004-2F867166D6E2}" srcOrd="0" destOrd="0" presId="urn:microsoft.com/office/officeart/2005/8/layout/hierarchy1"/>
    <dgm:cxn modelId="{E3DB1DEC-8D29-4583-A6BB-3F5C3F0B9023}" type="presOf" srcId="{5BB771CD-764A-4650-9D37-63ABA454C817}" destId="{DCD7A2D7-3AEF-4CC3-8298-4AE6E4C6B5EE}" srcOrd="0" destOrd="0" presId="urn:microsoft.com/office/officeart/2005/8/layout/hierarchy1"/>
    <dgm:cxn modelId="{CEA46CEC-7B5B-4D3D-B46C-F54798A081F2}" srcId="{ADE834C3-8151-469B-B427-5AB05846B730}" destId="{5BDC3DE2-CCC9-4183-9E9D-55F7D4400884}" srcOrd="0" destOrd="0" parTransId="{28CE844C-FEBE-401A-B218-3E66E9544338}" sibTransId="{BD69BA2B-9912-4354-8847-B049336F94F2}"/>
    <dgm:cxn modelId="{F7C714F9-FA72-4F05-98D8-52A767229A9F}" srcId="{5BDC3DE2-CCC9-4183-9E9D-55F7D4400884}" destId="{597178B4-4407-43AA-A879-05C0F01027C6}" srcOrd="0" destOrd="0" parTransId="{DCD463B5-9CD8-4BF1-B4A7-3C34D07B49FA}" sibTransId="{C30B32A1-92CB-4066-B80C-DE92D51046DF}"/>
    <dgm:cxn modelId="{885EBE5F-9C5F-4268-9977-46A563D076AC}" type="presParOf" srcId="{D67AE215-E8B2-4F00-A083-5299E4C1AE47}" destId="{8585EEA8-1E19-41EC-8359-C7D662E6F0B4}" srcOrd="0" destOrd="0" presId="urn:microsoft.com/office/officeart/2005/8/layout/hierarchy1"/>
    <dgm:cxn modelId="{1FFFE369-3154-4AA6-81B0-A2E6F6ADCC3A}" type="presParOf" srcId="{8585EEA8-1E19-41EC-8359-C7D662E6F0B4}" destId="{79961123-84AD-4C78-9583-2402DFDEDF57}" srcOrd="0" destOrd="0" presId="urn:microsoft.com/office/officeart/2005/8/layout/hierarchy1"/>
    <dgm:cxn modelId="{891E69A8-EF67-439E-AE95-6D8E1D691F74}" type="presParOf" srcId="{79961123-84AD-4C78-9583-2402DFDEDF57}" destId="{2C8CDEB8-1380-48E9-B648-88C2A462DAFD}" srcOrd="0" destOrd="0" presId="urn:microsoft.com/office/officeart/2005/8/layout/hierarchy1"/>
    <dgm:cxn modelId="{04E95957-99A3-4507-A0FE-56C9E465FC5D}" type="presParOf" srcId="{79961123-84AD-4C78-9583-2402DFDEDF57}" destId="{18AFBAF7-9195-4221-A004-2F867166D6E2}" srcOrd="1" destOrd="0" presId="urn:microsoft.com/office/officeart/2005/8/layout/hierarchy1"/>
    <dgm:cxn modelId="{476DF495-7E09-4641-8172-801A2FD98F87}" type="presParOf" srcId="{8585EEA8-1E19-41EC-8359-C7D662E6F0B4}" destId="{40AE3B26-994C-44E7-A374-530BC934C630}" srcOrd="1" destOrd="0" presId="urn:microsoft.com/office/officeart/2005/8/layout/hierarchy1"/>
    <dgm:cxn modelId="{80C2C42B-1DC5-455B-91FC-45CACF52A52D}" type="presParOf" srcId="{40AE3B26-994C-44E7-A374-530BC934C630}" destId="{16D7CB2E-46E4-44EF-82F4-FFFEE47DAD6D}" srcOrd="0" destOrd="0" presId="urn:microsoft.com/office/officeart/2005/8/layout/hierarchy1"/>
    <dgm:cxn modelId="{92007A86-DE9A-4AED-AD1F-86B3FF662B82}" type="presParOf" srcId="{40AE3B26-994C-44E7-A374-530BC934C630}" destId="{3D03335B-7190-4696-8A6C-4DC6E0B7824C}" srcOrd="1" destOrd="0" presId="urn:microsoft.com/office/officeart/2005/8/layout/hierarchy1"/>
    <dgm:cxn modelId="{57980210-60A4-41E4-A333-5727140FDA90}" type="presParOf" srcId="{3D03335B-7190-4696-8A6C-4DC6E0B7824C}" destId="{3EAE7141-F13F-46E7-8AED-7626B6E20112}" srcOrd="0" destOrd="0" presId="urn:microsoft.com/office/officeart/2005/8/layout/hierarchy1"/>
    <dgm:cxn modelId="{709C40A0-E6EC-4E8A-92DA-25E507D823BF}" type="presParOf" srcId="{3EAE7141-F13F-46E7-8AED-7626B6E20112}" destId="{FE2ADCF8-A0A7-47A8-A43F-3C3A70B41ACC}" srcOrd="0" destOrd="0" presId="urn:microsoft.com/office/officeart/2005/8/layout/hierarchy1"/>
    <dgm:cxn modelId="{35376557-E65A-4D0B-A787-C2FE3B017527}" type="presParOf" srcId="{3EAE7141-F13F-46E7-8AED-7626B6E20112}" destId="{6A55BEDB-9BA0-49D7-BDE0-C506F4945FA9}" srcOrd="1" destOrd="0" presId="urn:microsoft.com/office/officeart/2005/8/layout/hierarchy1"/>
    <dgm:cxn modelId="{7960C15F-6E8A-4E97-818F-EBAAAD7B629F}" type="presParOf" srcId="{3D03335B-7190-4696-8A6C-4DC6E0B7824C}" destId="{EF5BF0BA-BEA8-4985-BE2F-56472B10E299}" srcOrd="1" destOrd="0" presId="urn:microsoft.com/office/officeart/2005/8/layout/hierarchy1"/>
    <dgm:cxn modelId="{F95AE67C-809A-45EA-8532-9718D063A62D}" type="presParOf" srcId="{40AE3B26-994C-44E7-A374-530BC934C630}" destId="{DCD7A2D7-3AEF-4CC3-8298-4AE6E4C6B5EE}" srcOrd="2" destOrd="0" presId="urn:microsoft.com/office/officeart/2005/8/layout/hierarchy1"/>
    <dgm:cxn modelId="{57728F74-9B0D-4125-A37A-5CD74362BE34}" type="presParOf" srcId="{40AE3B26-994C-44E7-A374-530BC934C630}" destId="{45274933-F82D-4D67-8039-D275BEB0003D}" srcOrd="3" destOrd="0" presId="urn:microsoft.com/office/officeart/2005/8/layout/hierarchy1"/>
    <dgm:cxn modelId="{4B542CD7-E715-4B73-8721-997E1631E9CE}" type="presParOf" srcId="{45274933-F82D-4D67-8039-D275BEB0003D}" destId="{5A3D0A35-FFA7-4989-8B16-7F3C285E4282}" srcOrd="0" destOrd="0" presId="urn:microsoft.com/office/officeart/2005/8/layout/hierarchy1"/>
    <dgm:cxn modelId="{3C54F0B8-4240-4FD5-A6EB-E78451EF19BB}" type="presParOf" srcId="{5A3D0A35-FFA7-4989-8B16-7F3C285E4282}" destId="{719C07A0-5A76-4C85-B68F-44DA0D35F6A9}" srcOrd="0" destOrd="0" presId="urn:microsoft.com/office/officeart/2005/8/layout/hierarchy1"/>
    <dgm:cxn modelId="{76505798-BE2F-488F-9BE1-1F6277FF787B}" type="presParOf" srcId="{5A3D0A35-FFA7-4989-8B16-7F3C285E4282}" destId="{D2C663EF-1B7C-41B0-8C5E-F3C89805C55C}" srcOrd="1" destOrd="0" presId="urn:microsoft.com/office/officeart/2005/8/layout/hierarchy1"/>
    <dgm:cxn modelId="{9534AC5B-C19D-4ABF-A17A-F46B3196165A}" type="presParOf" srcId="{45274933-F82D-4D67-8039-D275BEB0003D}" destId="{BF07EAD9-6C68-41B5-ADF6-76FBF1FA7A03}" srcOrd="1" destOrd="0" presId="urn:microsoft.com/office/officeart/2005/8/layout/hierarchy1"/>
    <dgm:cxn modelId="{86AF77DA-A6BD-4CB1-9663-5D67D6D7A6C6}" type="presParOf" srcId="{40AE3B26-994C-44E7-A374-530BC934C630}" destId="{CE864382-9336-44DA-9A89-D1B286CDD36B}" srcOrd="4" destOrd="0" presId="urn:microsoft.com/office/officeart/2005/8/layout/hierarchy1"/>
    <dgm:cxn modelId="{7C2E467D-4A63-4252-8C55-2A7F58C3E24D}" type="presParOf" srcId="{40AE3B26-994C-44E7-A374-530BC934C630}" destId="{B9B7EA87-5BDB-40E1-821F-94B0F51589C1}" srcOrd="5" destOrd="0" presId="urn:microsoft.com/office/officeart/2005/8/layout/hierarchy1"/>
    <dgm:cxn modelId="{3B8EF6ED-5DBF-4E9F-912B-17694997C5C9}" type="presParOf" srcId="{B9B7EA87-5BDB-40E1-821F-94B0F51589C1}" destId="{1778B8C7-0216-4A72-AC95-AD17E79A35DE}" srcOrd="0" destOrd="0" presId="urn:microsoft.com/office/officeart/2005/8/layout/hierarchy1"/>
    <dgm:cxn modelId="{C33EEB6A-5921-45BC-A110-5DF191C45596}" type="presParOf" srcId="{1778B8C7-0216-4A72-AC95-AD17E79A35DE}" destId="{1EB6B4EB-395D-4784-B9AC-209518F13047}" srcOrd="0" destOrd="0" presId="urn:microsoft.com/office/officeart/2005/8/layout/hierarchy1"/>
    <dgm:cxn modelId="{FEFCF765-1EE3-4878-BF8F-502D90C8E996}" type="presParOf" srcId="{1778B8C7-0216-4A72-AC95-AD17E79A35DE}" destId="{45A022F3-746A-4C77-8A92-FCEEAA32A59C}" srcOrd="1" destOrd="0" presId="urn:microsoft.com/office/officeart/2005/8/layout/hierarchy1"/>
    <dgm:cxn modelId="{A489E3DF-8644-4F1A-A0A9-59A6C6457CAA}" type="presParOf" srcId="{B9B7EA87-5BDB-40E1-821F-94B0F51589C1}" destId="{BD26FEC8-8EB4-4FD5-BB24-46AA3CA8A18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6EFB04E-9A6C-4CDE-946E-7798F72C455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2ED775-A320-4DA0-8666-76D5F5796A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2000" b="1" dirty="0"/>
            <a:t>Ejercicio</a:t>
          </a:r>
          <a:r>
            <a:rPr lang="es-ES" sz="1800" b="1" dirty="0"/>
            <a:t> </a:t>
          </a:r>
          <a:endParaRPr lang="en-US" sz="1800" dirty="0"/>
        </a:p>
      </dgm:t>
    </dgm:pt>
    <dgm:pt modelId="{58A61727-2FDF-4F82-89A7-A7481D9E8BD9}" type="parTrans" cxnId="{D50953C2-9FBE-4BB2-986B-8839D86D9FEB}">
      <dgm:prSet/>
      <dgm:spPr/>
      <dgm:t>
        <a:bodyPr/>
        <a:lstStyle/>
        <a:p>
          <a:endParaRPr lang="en-US"/>
        </a:p>
      </dgm:t>
    </dgm:pt>
    <dgm:pt modelId="{3258C17C-B392-46F0-A6B5-5196A0600104}" type="sibTrans" cxnId="{D50953C2-9FBE-4BB2-986B-8839D86D9FEB}">
      <dgm:prSet/>
      <dgm:spPr/>
      <dgm:t>
        <a:bodyPr/>
        <a:lstStyle/>
        <a:p>
          <a:endParaRPr lang="en-US"/>
        </a:p>
      </dgm:t>
    </dgm:pt>
    <dgm:pt modelId="{D91B3FE8-B310-44AD-8E4A-2C5E80EB43B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1600" dirty="0"/>
            <a:t>Un profesor quiere saber si existe una relación entre las horas de estudio semanales y la calificación obtenida en un examen (sobre 100 puntos). Recopiló estos datos:</a:t>
          </a:r>
          <a:endParaRPr lang="en-US" sz="1600" dirty="0"/>
        </a:p>
      </dgm:t>
    </dgm:pt>
    <dgm:pt modelId="{69845723-7FCD-4F41-AAB5-CCD014E54B4E}" type="parTrans" cxnId="{E2C08396-A535-41CD-878F-E807D27CAA09}">
      <dgm:prSet/>
      <dgm:spPr/>
      <dgm:t>
        <a:bodyPr/>
        <a:lstStyle/>
        <a:p>
          <a:endParaRPr lang="en-US"/>
        </a:p>
      </dgm:t>
    </dgm:pt>
    <dgm:pt modelId="{E56691A0-0927-475B-8927-52305ED6400F}" type="sibTrans" cxnId="{E2C08396-A535-41CD-878F-E807D27CAA09}">
      <dgm:prSet/>
      <dgm:spPr/>
      <dgm:t>
        <a:bodyPr/>
        <a:lstStyle/>
        <a:p>
          <a:endParaRPr lang="en-US"/>
        </a:p>
      </dgm:t>
    </dgm:pt>
    <dgm:pt modelId="{B3FB79A3-4FBA-4649-B056-BE6A8F6AB72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1600" dirty="0"/>
            <a:t>Entrenar un modelo de regresión lineal con los estudiantes y predecir la calificación de Karla y Gloria.</a:t>
          </a:r>
          <a:endParaRPr lang="en-US" sz="1600" dirty="0"/>
        </a:p>
      </dgm:t>
    </dgm:pt>
    <dgm:pt modelId="{B428F254-7D32-4444-B3F4-0525030F166C}" type="parTrans" cxnId="{619878FE-B578-4A31-8C12-E14AA0543D99}">
      <dgm:prSet/>
      <dgm:spPr/>
      <dgm:t>
        <a:bodyPr/>
        <a:lstStyle/>
        <a:p>
          <a:endParaRPr lang="en-US"/>
        </a:p>
      </dgm:t>
    </dgm:pt>
    <dgm:pt modelId="{450EB13F-33EF-4B1E-A26F-B22782006F85}" type="sibTrans" cxnId="{619878FE-B578-4A31-8C12-E14AA0543D99}">
      <dgm:prSet/>
      <dgm:spPr/>
      <dgm:t>
        <a:bodyPr/>
        <a:lstStyle/>
        <a:p>
          <a:endParaRPr lang="en-US"/>
        </a:p>
      </dgm:t>
    </dgm:pt>
    <dgm:pt modelId="{D0AC519C-750D-450B-BA3C-E2440074C936}" type="pres">
      <dgm:prSet presAssocID="{76EFB04E-9A6C-4CDE-946E-7798F72C4559}" presName="root" presStyleCnt="0">
        <dgm:presLayoutVars>
          <dgm:dir/>
          <dgm:resizeHandles val="exact"/>
        </dgm:presLayoutVars>
      </dgm:prSet>
      <dgm:spPr/>
    </dgm:pt>
    <dgm:pt modelId="{45C379E0-87E2-426A-893E-F91F65F2CB8A}" type="pres">
      <dgm:prSet presAssocID="{452ED775-A320-4DA0-8666-76D5F5796AE3}" presName="compNode" presStyleCnt="0"/>
      <dgm:spPr/>
    </dgm:pt>
    <dgm:pt modelId="{B85896BF-52E5-48B8-A791-FAC6B1693AA8}" type="pres">
      <dgm:prSet presAssocID="{452ED775-A320-4DA0-8666-76D5F5796AE3}" presName="bgRect" presStyleLbl="bgShp" presStyleIdx="0" presStyleCnt="3"/>
      <dgm:spPr/>
    </dgm:pt>
    <dgm:pt modelId="{9BF4CEA9-D019-4F1D-BB1A-85FB2FD42DB5}" type="pres">
      <dgm:prSet presAssocID="{452ED775-A320-4DA0-8666-76D5F5796AE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jecutar"/>
        </a:ext>
      </dgm:extLst>
    </dgm:pt>
    <dgm:pt modelId="{45BEBFCB-A182-4925-90F9-ACA43C9B7E65}" type="pres">
      <dgm:prSet presAssocID="{452ED775-A320-4DA0-8666-76D5F5796AE3}" presName="spaceRect" presStyleCnt="0"/>
      <dgm:spPr/>
    </dgm:pt>
    <dgm:pt modelId="{50ED7C1B-690A-4B6D-816F-7386DB7D6C02}" type="pres">
      <dgm:prSet presAssocID="{452ED775-A320-4DA0-8666-76D5F5796AE3}" presName="parTx" presStyleLbl="revTx" presStyleIdx="0" presStyleCnt="3">
        <dgm:presLayoutVars>
          <dgm:chMax val="0"/>
          <dgm:chPref val="0"/>
        </dgm:presLayoutVars>
      </dgm:prSet>
      <dgm:spPr/>
    </dgm:pt>
    <dgm:pt modelId="{B21F6BA8-FF69-4938-B9AD-2807202A429B}" type="pres">
      <dgm:prSet presAssocID="{3258C17C-B392-46F0-A6B5-5196A0600104}" presName="sibTrans" presStyleCnt="0"/>
      <dgm:spPr/>
    </dgm:pt>
    <dgm:pt modelId="{A766A34F-5B2D-4281-AE74-0BF0CEBAFD7D}" type="pres">
      <dgm:prSet presAssocID="{D91B3FE8-B310-44AD-8E4A-2C5E80EB43B5}" presName="compNode" presStyleCnt="0"/>
      <dgm:spPr/>
    </dgm:pt>
    <dgm:pt modelId="{9DBE3F86-3694-4FEC-95EB-47FC467A1C4F}" type="pres">
      <dgm:prSet presAssocID="{D91B3FE8-B310-44AD-8E4A-2C5E80EB43B5}" presName="bgRect" presStyleLbl="bgShp" presStyleIdx="1" presStyleCnt="3" custLinFactNeighborX="-4199" custLinFactNeighborY="-5733"/>
      <dgm:spPr/>
    </dgm:pt>
    <dgm:pt modelId="{AE7B2766-99FF-4DC6-BE6B-4E7D2DE82F2A}" type="pres">
      <dgm:prSet presAssocID="{D91B3FE8-B310-44AD-8E4A-2C5E80EB43B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E04F76ED-B441-43DE-86EF-8B572EEF6746}" type="pres">
      <dgm:prSet presAssocID="{D91B3FE8-B310-44AD-8E4A-2C5E80EB43B5}" presName="spaceRect" presStyleCnt="0"/>
      <dgm:spPr/>
    </dgm:pt>
    <dgm:pt modelId="{E2730678-1FEC-429A-8328-287D282F5873}" type="pres">
      <dgm:prSet presAssocID="{D91B3FE8-B310-44AD-8E4A-2C5E80EB43B5}" presName="parTx" presStyleLbl="revTx" presStyleIdx="1" presStyleCnt="3">
        <dgm:presLayoutVars>
          <dgm:chMax val="0"/>
          <dgm:chPref val="0"/>
        </dgm:presLayoutVars>
      </dgm:prSet>
      <dgm:spPr/>
    </dgm:pt>
    <dgm:pt modelId="{0E8C0B60-ACF9-4494-AFA6-EAA3646EEE31}" type="pres">
      <dgm:prSet presAssocID="{E56691A0-0927-475B-8927-52305ED6400F}" presName="sibTrans" presStyleCnt="0"/>
      <dgm:spPr/>
    </dgm:pt>
    <dgm:pt modelId="{63761100-A607-4DBB-AEDD-507C4CE917F4}" type="pres">
      <dgm:prSet presAssocID="{B3FB79A3-4FBA-4649-B056-BE6A8F6AB722}" presName="compNode" presStyleCnt="0"/>
      <dgm:spPr/>
    </dgm:pt>
    <dgm:pt modelId="{93A49706-CC12-406C-A421-BA5E62EA2645}" type="pres">
      <dgm:prSet presAssocID="{B3FB79A3-4FBA-4649-B056-BE6A8F6AB722}" presName="bgRect" presStyleLbl="bgShp" presStyleIdx="2" presStyleCnt="3" custLinFactNeighborX="-1095" custLinFactNeighborY="27347"/>
      <dgm:spPr/>
    </dgm:pt>
    <dgm:pt modelId="{7D3ADF56-0BB2-48DA-845D-97C1598BB93F}" type="pres">
      <dgm:prSet presAssocID="{B3FB79A3-4FBA-4649-B056-BE6A8F6AB72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832DD40A-B706-4B7A-B7E1-21E397DA49A5}" type="pres">
      <dgm:prSet presAssocID="{B3FB79A3-4FBA-4649-B056-BE6A8F6AB722}" presName="spaceRect" presStyleCnt="0"/>
      <dgm:spPr/>
    </dgm:pt>
    <dgm:pt modelId="{B694CDDC-5DA3-4F82-93CE-FFAEABD42FFC}" type="pres">
      <dgm:prSet presAssocID="{B3FB79A3-4FBA-4649-B056-BE6A8F6AB72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B96263C-D6D4-486E-B4E5-CBB3D17BFF44}" type="presOf" srcId="{D91B3FE8-B310-44AD-8E4A-2C5E80EB43B5}" destId="{E2730678-1FEC-429A-8328-287D282F5873}" srcOrd="0" destOrd="0" presId="urn:microsoft.com/office/officeart/2018/2/layout/IconVerticalSolidList"/>
    <dgm:cxn modelId="{70AA8E64-10C6-435F-82B5-D693FCDF3084}" type="presOf" srcId="{452ED775-A320-4DA0-8666-76D5F5796AE3}" destId="{50ED7C1B-690A-4B6D-816F-7386DB7D6C02}" srcOrd="0" destOrd="0" presId="urn:microsoft.com/office/officeart/2018/2/layout/IconVerticalSolidList"/>
    <dgm:cxn modelId="{C7725256-A963-4285-8C78-B01E39D0461E}" type="presOf" srcId="{B3FB79A3-4FBA-4649-B056-BE6A8F6AB722}" destId="{B694CDDC-5DA3-4F82-93CE-FFAEABD42FFC}" srcOrd="0" destOrd="0" presId="urn:microsoft.com/office/officeart/2018/2/layout/IconVerticalSolidList"/>
    <dgm:cxn modelId="{8736E576-0801-4905-A44B-863FA2A9A00A}" type="presOf" srcId="{76EFB04E-9A6C-4CDE-946E-7798F72C4559}" destId="{D0AC519C-750D-450B-BA3C-E2440074C936}" srcOrd="0" destOrd="0" presId="urn:microsoft.com/office/officeart/2018/2/layout/IconVerticalSolidList"/>
    <dgm:cxn modelId="{E2C08396-A535-41CD-878F-E807D27CAA09}" srcId="{76EFB04E-9A6C-4CDE-946E-7798F72C4559}" destId="{D91B3FE8-B310-44AD-8E4A-2C5E80EB43B5}" srcOrd="1" destOrd="0" parTransId="{69845723-7FCD-4F41-AAB5-CCD014E54B4E}" sibTransId="{E56691A0-0927-475B-8927-52305ED6400F}"/>
    <dgm:cxn modelId="{D50953C2-9FBE-4BB2-986B-8839D86D9FEB}" srcId="{76EFB04E-9A6C-4CDE-946E-7798F72C4559}" destId="{452ED775-A320-4DA0-8666-76D5F5796AE3}" srcOrd="0" destOrd="0" parTransId="{58A61727-2FDF-4F82-89A7-A7481D9E8BD9}" sibTransId="{3258C17C-B392-46F0-A6B5-5196A0600104}"/>
    <dgm:cxn modelId="{619878FE-B578-4A31-8C12-E14AA0543D99}" srcId="{76EFB04E-9A6C-4CDE-946E-7798F72C4559}" destId="{B3FB79A3-4FBA-4649-B056-BE6A8F6AB722}" srcOrd="2" destOrd="0" parTransId="{B428F254-7D32-4444-B3F4-0525030F166C}" sibTransId="{450EB13F-33EF-4B1E-A26F-B22782006F85}"/>
    <dgm:cxn modelId="{ED4AECA0-900C-47AD-B0B9-C1AA0B619831}" type="presParOf" srcId="{D0AC519C-750D-450B-BA3C-E2440074C936}" destId="{45C379E0-87E2-426A-893E-F91F65F2CB8A}" srcOrd="0" destOrd="0" presId="urn:microsoft.com/office/officeart/2018/2/layout/IconVerticalSolidList"/>
    <dgm:cxn modelId="{A930227C-F629-4A31-9C75-FFDC63603B37}" type="presParOf" srcId="{45C379E0-87E2-426A-893E-F91F65F2CB8A}" destId="{B85896BF-52E5-48B8-A791-FAC6B1693AA8}" srcOrd="0" destOrd="0" presId="urn:microsoft.com/office/officeart/2018/2/layout/IconVerticalSolidList"/>
    <dgm:cxn modelId="{D4C4AEA8-8BCE-41E0-B900-D1377438AFFF}" type="presParOf" srcId="{45C379E0-87E2-426A-893E-F91F65F2CB8A}" destId="{9BF4CEA9-D019-4F1D-BB1A-85FB2FD42DB5}" srcOrd="1" destOrd="0" presId="urn:microsoft.com/office/officeart/2018/2/layout/IconVerticalSolidList"/>
    <dgm:cxn modelId="{DAC072B3-FA21-4FB2-90EF-13505D53E8F6}" type="presParOf" srcId="{45C379E0-87E2-426A-893E-F91F65F2CB8A}" destId="{45BEBFCB-A182-4925-90F9-ACA43C9B7E65}" srcOrd="2" destOrd="0" presId="urn:microsoft.com/office/officeart/2018/2/layout/IconVerticalSolidList"/>
    <dgm:cxn modelId="{C40D8B0D-54F0-49F8-B4C1-2EDECFF03792}" type="presParOf" srcId="{45C379E0-87E2-426A-893E-F91F65F2CB8A}" destId="{50ED7C1B-690A-4B6D-816F-7386DB7D6C02}" srcOrd="3" destOrd="0" presId="urn:microsoft.com/office/officeart/2018/2/layout/IconVerticalSolidList"/>
    <dgm:cxn modelId="{825A003C-D42F-4D2B-9A66-2287C212E1D4}" type="presParOf" srcId="{D0AC519C-750D-450B-BA3C-E2440074C936}" destId="{B21F6BA8-FF69-4938-B9AD-2807202A429B}" srcOrd="1" destOrd="0" presId="urn:microsoft.com/office/officeart/2018/2/layout/IconVerticalSolidList"/>
    <dgm:cxn modelId="{50BD7DA0-7BBB-49E8-95C5-7A5875B4FC66}" type="presParOf" srcId="{D0AC519C-750D-450B-BA3C-E2440074C936}" destId="{A766A34F-5B2D-4281-AE74-0BF0CEBAFD7D}" srcOrd="2" destOrd="0" presId="urn:microsoft.com/office/officeart/2018/2/layout/IconVerticalSolidList"/>
    <dgm:cxn modelId="{ABF584D0-C356-48A0-8230-13C8E4122642}" type="presParOf" srcId="{A766A34F-5B2D-4281-AE74-0BF0CEBAFD7D}" destId="{9DBE3F86-3694-4FEC-95EB-47FC467A1C4F}" srcOrd="0" destOrd="0" presId="urn:microsoft.com/office/officeart/2018/2/layout/IconVerticalSolidList"/>
    <dgm:cxn modelId="{D23C52C8-3792-4661-A0CD-CADA8F52B85B}" type="presParOf" srcId="{A766A34F-5B2D-4281-AE74-0BF0CEBAFD7D}" destId="{AE7B2766-99FF-4DC6-BE6B-4E7D2DE82F2A}" srcOrd="1" destOrd="0" presId="urn:microsoft.com/office/officeart/2018/2/layout/IconVerticalSolidList"/>
    <dgm:cxn modelId="{DEC73D48-1E99-40B5-B268-58425F258FE6}" type="presParOf" srcId="{A766A34F-5B2D-4281-AE74-0BF0CEBAFD7D}" destId="{E04F76ED-B441-43DE-86EF-8B572EEF6746}" srcOrd="2" destOrd="0" presId="urn:microsoft.com/office/officeart/2018/2/layout/IconVerticalSolidList"/>
    <dgm:cxn modelId="{F9CE117F-4FDD-495B-8164-F1281DBF4F8D}" type="presParOf" srcId="{A766A34F-5B2D-4281-AE74-0BF0CEBAFD7D}" destId="{E2730678-1FEC-429A-8328-287D282F5873}" srcOrd="3" destOrd="0" presId="urn:microsoft.com/office/officeart/2018/2/layout/IconVerticalSolidList"/>
    <dgm:cxn modelId="{CDF4A242-FBF6-4651-BB91-BA9EF9917D19}" type="presParOf" srcId="{D0AC519C-750D-450B-BA3C-E2440074C936}" destId="{0E8C0B60-ACF9-4494-AFA6-EAA3646EEE31}" srcOrd="3" destOrd="0" presId="urn:microsoft.com/office/officeart/2018/2/layout/IconVerticalSolidList"/>
    <dgm:cxn modelId="{290A22C0-F323-40A3-873A-143DCCD31DDA}" type="presParOf" srcId="{D0AC519C-750D-450B-BA3C-E2440074C936}" destId="{63761100-A607-4DBB-AEDD-507C4CE917F4}" srcOrd="4" destOrd="0" presId="urn:microsoft.com/office/officeart/2018/2/layout/IconVerticalSolidList"/>
    <dgm:cxn modelId="{1780029C-2CE3-4EAD-9F8E-3B00000FD367}" type="presParOf" srcId="{63761100-A607-4DBB-AEDD-507C4CE917F4}" destId="{93A49706-CC12-406C-A421-BA5E62EA2645}" srcOrd="0" destOrd="0" presId="urn:microsoft.com/office/officeart/2018/2/layout/IconVerticalSolidList"/>
    <dgm:cxn modelId="{B13EAB05-58B0-432A-877B-4BA098E01C91}" type="presParOf" srcId="{63761100-A607-4DBB-AEDD-507C4CE917F4}" destId="{7D3ADF56-0BB2-48DA-845D-97C1598BB93F}" srcOrd="1" destOrd="0" presId="urn:microsoft.com/office/officeart/2018/2/layout/IconVerticalSolidList"/>
    <dgm:cxn modelId="{BF41E39B-D739-4B81-980A-0DF2C174338D}" type="presParOf" srcId="{63761100-A607-4DBB-AEDD-507C4CE917F4}" destId="{832DD40A-B706-4B7A-B7E1-21E397DA49A5}" srcOrd="2" destOrd="0" presId="urn:microsoft.com/office/officeart/2018/2/layout/IconVerticalSolidList"/>
    <dgm:cxn modelId="{973004C4-2FFE-4436-A3B9-7895AF1973A7}" type="presParOf" srcId="{63761100-A607-4DBB-AEDD-507C4CE917F4}" destId="{B694CDDC-5DA3-4F82-93CE-FFAEABD42FF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D29522-B7E2-4804-83D3-8C6F0B187EA6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A8F9D-2080-46A2-A527-0DB0C1B67D34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 dirty="0"/>
            <a:t>1. </a:t>
          </a:r>
          <a:r>
            <a:rPr lang="en-CA" sz="1700" b="1" kern="1200" dirty="0" err="1"/>
            <a:t>Entrenamiento</a:t>
          </a:r>
          <a:r>
            <a:rPr lang="en-CA" sz="1700" b="1" kern="1200" dirty="0"/>
            <a:t>: </a:t>
          </a:r>
          <a:r>
            <a:rPr lang="es-MX" sz="1700" kern="1200" dirty="0"/>
            <a:t>El algoritmo analiza miles de datos (fotos de perros y gatos</a:t>
          </a:r>
          <a:r>
            <a:rPr lang="en-CA" sz="1700" kern="1200" dirty="0"/>
            <a:t>)</a:t>
          </a:r>
          <a:endParaRPr lang="en-US" sz="1700" kern="1200" dirty="0"/>
        </a:p>
      </dsp:txBody>
      <dsp:txXfrm>
        <a:off x="398656" y="1088253"/>
        <a:ext cx="2959127" cy="1837317"/>
      </dsp:txXfrm>
    </dsp:sp>
    <dsp:sp modelId="{0F20DADA-FC26-43DE-8FDC-EB2C823EABF1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501685-3F9D-430C-B808-BF632515DB3B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 dirty="0"/>
            <a:t>2. Identificación de patrones: </a:t>
          </a:r>
          <a:r>
            <a:rPr lang="es-MX" sz="1700" kern="1200" dirty="0"/>
            <a:t>El modelo detecta que los gatos suelen tener orejas puntiagudas y los perros hocicos más largos. Estos patrones se convierten en un modelo matemático</a:t>
          </a:r>
          <a:endParaRPr lang="en-US" sz="1700" kern="1200" dirty="0"/>
        </a:p>
      </dsp:txBody>
      <dsp:txXfrm>
        <a:off x="4155097" y="1088253"/>
        <a:ext cx="2959127" cy="1837317"/>
      </dsp:txXfrm>
    </dsp:sp>
    <dsp:sp modelId="{E01238C9-0025-4B6D-B7F7-FDFDCC661297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179AD-7389-4A39-B56B-65284B0A7567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 dirty="0"/>
            <a:t>3. Predicción: </a:t>
          </a:r>
          <a:r>
            <a:rPr lang="es-MX" sz="1700" kern="1200" dirty="0"/>
            <a:t>Cuando le muestras una foto nueva que nunca ha visto, usa ese modelo para calcular la probabilidad de qué animal es.</a:t>
          </a:r>
          <a:endParaRPr lang="en-US" sz="1700" kern="1200" dirty="0"/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864382-9336-44DA-9A89-D1B286CDD36B}">
      <dsp:nvSpPr>
        <dsp:cNvPr id="0" name=""/>
        <dsp:cNvSpPr/>
      </dsp:nvSpPr>
      <dsp:spPr>
        <a:xfrm>
          <a:off x="5340923" y="1405930"/>
          <a:ext cx="2705811" cy="6438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8771"/>
              </a:lnTo>
              <a:lnTo>
                <a:pt x="2705811" y="438771"/>
              </a:lnTo>
              <a:lnTo>
                <a:pt x="2705811" y="64386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D7A2D7-3AEF-4CC3-8298-4AE6E4C6B5EE}">
      <dsp:nvSpPr>
        <dsp:cNvPr id="0" name=""/>
        <dsp:cNvSpPr/>
      </dsp:nvSpPr>
      <dsp:spPr>
        <a:xfrm>
          <a:off x="5295203" y="1405930"/>
          <a:ext cx="91440" cy="64386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4386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D7CB2E-46E4-44EF-82F4-FFFEE47DAD6D}">
      <dsp:nvSpPr>
        <dsp:cNvPr id="0" name=""/>
        <dsp:cNvSpPr/>
      </dsp:nvSpPr>
      <dsp:spPr>
        <a:xfrm>
          <a:off x="2635111" y="1405930"/>
          <a:ext cx="2705811" cy="643860"/>
        </a:xfrm>
        <a:custGeom>
          <a:avLst/>
          <a:gdLst/>
          <a:ahLst/>
          <a:cxnLst/>
          <a:rect l="0" t="0" r="0" b="0"/>
          <a:pathLst>
            <a:path>
              <a:moveTo>
                <a:pt x="2705811" y="0"/>
              </a:moveTo>
              <a:lnTo>
                <a:pt x="2705811" y="438771"/>
              </a:lnTo>
              <a:lnTo>
                <a:pt x="0" y="438771"/>
              </a:lnTo>
              <a:lnTo>
                <a:pt x="0" y="64386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8CDEB8-1380-48E9-B648-88C2A462DAFD}">
      <dsp:nvSpPr>
        <dsp:cNvPr id="0" name=""/>
        <dsp:cNvSpPr/>
      </dsp:nvSpPr>
      <dsp:spPr>
        <a:xfrm>
          <a:off x="4234000" y="138"/>
          <a:ext cx="2213845" cy="1405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FBAF7-9195-4221-A004-2F867166D6E2}">
      <dsp:nvSpPr>
        <dsp:cNvPr id="0" name=""/>
        <dsp:cNvSpPr/>
      </dsp:nvSpPr>
      <dsp:spPr>
        <a:xfrm>
          <a:off x="4479983" y="233822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b="1" kern="1200"/>
            <a:t>Tipos de aprendizaje: </a:t>
          </a:r>
          <a:endParaRPr lang="en-US" sz="2600" kern="1200"/>
        </a:p>
      </dsp:txBody>
      <dsp:txXfrm>
        <a:off x="4521157" y="274996"/>
        <a:ext cx="2131497" cy="1323444"/>
      </dsp:txXfrm>
    </dsp:sp>
    <dsp:sp modelId="{FE2ADCF8-A0A7-47A8-A43F-3C3A70B41ACC}">
      <dsp:nvSpPr>
        <dsp:cNvPr id="0" name=""/>
        <dsp:cNvSpPr/>
      </dsp:nvSpPr>
      <dsp:spPr>
        <a:xfrm>
          <a:off x="1528188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5BEDB-9BA0-49D7-BDE0-C506F4945FA9}">
      <dsp:nvSpPr>
        <dsp:cNvPr id="0" name=""/>
        <dsp:cNvSpPr/>
      </dsp:nvSpPr>
      <dsp:spPr>
        <a:xfrm>
          <a:off x="1774171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b="1" kern="1200"/>
            <a:t>Supervisado </a:t>
          </a:r>
          <a:endParaRPr lang="en-US" sz="2600" kern="1200"/>
        </a:p>
      </dsp:txBody>
      <dsp:txXfrm>
        <a:off x="1815345" y="2324648"/>
        <a:ext cx="2131497" cy="1323444"/>
      </dsp:txXfrm>
    </dsp:sp>
    <dsp:sp modelId="{719C07A0-5A76-4C85-B68F-44DA0D35F6A9}">
      <dsp:nvSpPr>
        <dsp:cNvPr id="0" name=""/>
        <dsp:cNvSpPr/>
      </dsp:nvSpPr>
      <dsp:spPr>
        <a:xfrm>
          <a:off x="4234000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663EF-1B7C-41B0-8C5E-F3C89805C55C}">
      <dsp:nvSpPr>
        <dsp:cNvPr id="0" name=""/>
        <dsp:cNvSpPr/>
      </dsp:nvSpPr>
      <dsp:spPr>
        <a:xfrm>
          <a:off x="4479983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b="1" kern="1200"/>
            <a:t>No supervisado </a:t>
          </a:r>
          <a:endParaRPr lang="en-US" sz="2600" kern="1200"/>
        </a:p>
      </dsp:txBody>
      <dsp:txXfrm>
        <a:off x="4521157" y="2324648"/>
        <a:ext cx="2131497" cy="1323444"/>
      </dsp:txXfrm>
    </dsp:sp>
    <dsp:sp modelId="{1EB6B4EB-395D-4784-B9AC-209518F13047}">
      <dsp:nvSpPr>
        <dsp:cNvPr id="0" name=""/>
        <dsp:cNvSpPr/>
      </dsp:nvSpPr>
      <dsp:spPr>
        <a:xfrm>
          <a:off x="6939811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022F3-746A-4C77-8A92-FCEEAA32A59C}">
      <dsp:nvSpPr>
        <dsp:cNvPr id="0" name=""/>
        <dsp:cNvSpPr/>
      </dsp:nvSpPr>
      <dsp:spPr>
        <a:xfrm>
          <a:off x="7185794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b="1" kern="1200"/>
            <a:t>Por refuerzo  </a:t>
          </a:r>
          <a:endParaRPr lang="en-US" sz="2600" kern="1200"/>
        </a:p>
      </dsp:txBody>
      <dsp:txXfrm>
        <a:off x="7226968" y="2324648"/>
        <a:ext cx="2131497" cy="13234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5896BF-52E5-48B8-A791-FAC6B1693AA8}">
      <dsp:nvSpPr>
        <dsp:cNvPr id="0" name=""/>
        <dsp:cNvSpPr/>
      </dsp:nvSpPr>
      <dsp:spPr>
        <a:xfrm>
          <a:off x="0" y="685"/>
          <a:ext cx="5496447" cy="16036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F4CEA9-D019-4F1D-BB1A-85FB2FD42DB5}">
      <dsp:nvSpPr>
        <dsp:cNvPr id="0" name=""/>
        <dsp:cNvSpPr/>
      </dsp:nvSpPr>
      <dsp:spPr>
        <a:xfrm>
          <a:off x="485110" y="361511"/>
          <a:ext cx="882018" cy="8820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ED7C1B-690A-4B6D-816F-7386DB7D6C02}">
      <dsp:nvSpPr>
        <dsp:cNvPr id="0" name=""/>
        <dsp:cNvSpPr/>
      </dsp:nvSpPr>
      <dsp:spPr>
        <a:xfrm>
          <a:off x="1852239" y="685"/>
          <a:ext cx="3644208" cy="1603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722" tIns="169722" rIns="169722" bIns="16972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Ejercicio</a:t>
          </a:r>
          <a:r>
            <a:rPr lang="es-ES" sz="1800" b="1" kern="1200" dirty="0"/>
            <a:t> </a:t>
          </a:r>
          <a:endParaRPr lang="en-US" sz="1800" kern="1200" dirty="0"/>
        </a:p>
      </dsp:txBody>
      <dsp:txXfrm>
        <a:off x="1852239" y="685"/>
        <a:ext cx="3644208" cy="1603670"/>
      </dsp:txXfrm>
    </dsp:sp>
    <dsp:sp modelId="{9DBE3F86-3694-4FEC-95EB-47FC467A1C4F}">
      <dsp:nvSpPr>
        <dsp:cNvPr id="0" name=""/>
        <dsp:cNvSpPr/>
      </dsp:nvSpPr>
      <dsp:spPr>
        <a:xfrm>
          <a:off x="0" y="1913335"/>
          <a:ext cx="5496447" cy="16036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B2766-99FF-4DC6-BE6B-4E7D2DE82F2A}">
      <dsp:nvSpPr>
        <dsp:cNvPr id="0" name=""/>
        <dsp:cNvSpPr/>
      </dsp:nvSpPr>
      <dsp:spPr>
        <a:xfrm>
          <a:off x="485110" y="2366099"/>
          <a:ext cx="882018" cy="8820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730678-1FEC-429A-8328-287D282F5873}">
      <dsp:nvSpPr>
        <dsp:cNvPr id="0" name=""/>
        <dsp:cNvSpPr/>
      </dsp:nvSpPr>
      <dsp:spPr>
        <a:xfrm>
          <a:off x="1852239" y="2005273"/>
          <a:ext cx="3644208" cy="1603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722" tIns="169722" rIns="169722" bIns="16972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Un profesor quiere saber si existe una relación entre las horas de estudio semanales y la calificación obtenida en un examen (sobre 100 puntos). Recopiló estos datos:</a:t>
          </a:r>
          <a:endParaRPr lang="en-US" sz="1600" kern="1200" dirty="0"/>
        </a:p>
      </dsp:txBody>
      <dsp:txXfrm>
        <a:off x="1852239" y="2005273"/>
        <a:ext cx="3644208" cy="1603670"/>
      </dsp:txXfrm>
    </dsp:sp>
    <dsp:sp modelId="{93A49706-CC12-406C-A421-BA5E62EA2645}">
      <dsp:nvSpPr>
        <dsp:cNvPr id="0" name=""/>
        <dsp:cNvSpPr/>
      </dsp:nvSpPr>
      <dsp:spPr>
        <a:xfrm>
          <a:off x="0" y="4010547"/>
          <a:ext cx="5496447" cy="16036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3ADF56-0BB2-48DA-845D-97C1598BB93F}">
      <dsp:nvSpPr>
        <dsp:cNvPr id="0" name=""/>
        <dsp:cNvSpPr/>
      </dsp:nvSpPr>
      <dsp:spPr>
        <a:xfrm>
          <a:off x="485110" y="4370687"/>
          <a:ext cx="882018" cy="8820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94CDDC-5DA3-4F82-93CE-FFAEABD42FFC}">
      <dsp:nvSpPr>
        <dsp:cNvPr id="0" name=""/>
        <dsp:cNvSpPr/>
      </dsp:nvSpPr>
      <dsp:spPr>
        <a:xfrm>
          <a:off x="1852239" y="4009862"/>
          <a:ext cx="3644208" cy="1603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722" tIns="169722" rIns="169722" bIns="16972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Entrenar un modelo de regresión lineal con los estudiantes y predecir la calificación de Karla y Gloria.</a:t>
          </a:r>
          <a:endParaRPr lang="en-US" sz="1600" kern="1200" dirty="0"/>
        </a:p>
      </dsp:txBody>
      <dsp:txXfrm>
        <a:off x="1852239" y="4009862"/>
        <a:ext cx="3644208" cy="16036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D19B3D-2F1A-475C-88A1-AE8043B0E34E}" type="datetimeFigureOut">
              <a:rPr lang="es-CO" smtClean="0"/>
              <a:t>17/08/2026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58D4E-1AAF-4FBB-BBAE-96F7A240D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8921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9BE0435-354B-B7FB-5ECB-FA8806D2A1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8001" y="-17145"/>
            <a:ext cx="12248002" cy="689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9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01B77A56-E8E9-F9C6-5F1B-333632B4F1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2353" y="-19594"/>
            <a:ext cx="12256706" cy="689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38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DBE2AD5-0369-2A9B-AC69-3E90B9240E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7172" y="-39188"/>
            <a:ext cx="12326344" cy="693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983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380E2A8-DD59-FE73-77A8-A07E4A6925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6705" y="-22043"/>
            <a:ext cx="12265411" cy="690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387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6DEED19-E37F-4126-5401-CCD5D59780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2353" y="-19594"/>
            <a:ext cx="12256706" cy="689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24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223CB85-9CA2-0A6C-676A-CDF4839B09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8001" y="-17145"/>
            <a:ext cx="12248001" cy="689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394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C57C78B-F8BD-DF0E-5F64-C36B33FA0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8001" y="-17145"/>
            <a:ext cx="12248001" cy="689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3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587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254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  <p:sldLayoutId id="2147483660" r:id="rId4"/>
    <p:sldLayoutId id="2147483661" r:id="rId5"/>
    <p:sldLayoutId id="2147483662" r:id="rId6"/>
    <p:sldLayoutId id="2147483664" r:id="rId7"/>
    <p:sldLayoutId id="2147483663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6B57133-383F-92C3-23A2-5CA26E1723E1}"/>
              </a:ext>
            </a:extLst>
          </p:cNvPr>
          <p:cNvSpPr txBox="1"/>
          <p:nvPr/>
        </p:nvSpPr>
        <p:spPr>
          <a:xfrm>
            <a:off x="2376301" y="2337222"/>
            <a:ext cx="720342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Montserrat" panose="00000500000000000000" pitchFamily="2" charset="0"/>
              </a:rPr>
              <a:t>Machine Learning</a:t>
            </a:r>
          </a:p>
          <a:p>
            <a:pPr algn="ctr"/>
            <a:endParaRPr lang="es-MX" sz="44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MX" sz="4400" dirty="0">
                <a:solidFill>
                  <a:schemeClr val="bg1"/>
                </a:solidFill>
                <a:latin typeface="Montserrat" panose="00000500000000000000" pitchFamily="2" charset="0"/>
              </a:rPr>
              <a:t>DJM</a:t>
            </a:r>
            <a:r>
              <a:rPr lang="es-MX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864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n 35">
            <a:extLst>
              <a:ext uri="{FF2B5EF4-FFF2-40B4-BE49-F238E27FC236}">
                <a16:creationId xmlns:a16="http://schemas.microsoft.com/office/drawing/2014/main" id="{E49E0BE8-4DDA-C5AC-ACDA-1AD958F7C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960" y="296399"/>
            <a:ext cx="1471824" cy="827901"/>
          </a:xfrm>
          <a:prstGeom prst="rect">
            <a:avLst/>
          </a:prstGeom>
        </p:spPr>
      </p:pic>
      <p:pic>
        <p:nvPicPr>
          <p:cNvPr id="37" name="Imagen 36" descr="File:Git icon.svg - Wikimedia Commons">
            <a:extLst>
              <a:ext uri="{FF2B5EF4-FFF2-40B4-BE49-F238E27FC236}">
                <a16:creationId xmlns:a16="http://schemas.microsoft.com/office/drawing/2014/main" id="{8EF7FCCF-E49A-4CEA-93D8-D820FCB7B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774" y="1426593"/>
            <a:ext cx="1542937" cy="1542937"/>
          </a:xfrm>
          <a:prstGeom prst="rect">
            <a:avLst/>
          </a:prstGeom>
        </p:spPr>
      </p:pic>
      <p:pic>
        <p:nvPicPr>
          <p:cNvPr id="38" name="Imagen 37" descr="Logotipo de github - Iconos gratis de redes sociales">
            <a:extLst>
              <a:ext uri="{FF2B5EF4-FFF2-40B4-BE49-F238E27FC236}">
                <a16:creationId xmlns:a16="http://schemas.microsoft.com/office/drawing/2014/main" id="{923FBD17-7F58-60D0-750F-431F92D52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228" y="1369997"/>
            <a:ext cx="1542937" cy="1542937"/>
          </a:xfrm>
          <a:prstGeom prst="rect">
            <a:avLst/>
          </a:prstGeom>
        </p:spPr>
      </p:pic>
      <p:pic>
        <p:nvPicPr>
          <p:cNvPr id="40" name="Imagen 39" descr="Postgresql vertical logo - Icono gratis PNG, SVG">
            <a:extLst>
              <a:ext uri="{FF2B5EF4-FFF2-40B4-BE49-F238E27FC236}">
                <a16:creationId xmlns:a16="http://schemas.microsoft.com/office/drawing/2014/main" id="{7D9D512E-8B20-A898-8B34-CC694B84C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3199" y="3976898"/>
            <a:ext cx="2186442" cy="1921679"/>
          </a:xfrm>
          <a:prstGeom prst="rect">
            <a:avLst/>
          </a:prstGeom>
        </p:spPr>
      </p:pic>
      <p:pic>
        <p:nvPicPr>
          <p:cNvPr id="41" name="Imagen 40" descr="Mongodb original marca logo - Icono gratis PNG, SVG">
            <a:extLst>
              <a:ext uri="{FF2B5EF4-FFF2-40B4-BE49-F238E27FC236}">
                <a16:creationId xmlns:a16="http://schemas.microsoft.com/office/drawing/2014/main" id="{F9D427AA-CE8C-4776-E6A9-E7498161D6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9203" y="4011749"/>
            <a:ext cx="1851979" cy="1851979"/>
          </a:xfrm>
          <a:prstGeom prst="rect">
            <a:avLst/>
          </a:prstGeom>
        </p:spPr>
      </p:pic>
      <p:pic>
        <p:nvPicPr>
          <p:cNvPr id="42" name="Imagen 41" descr="Archivo:Python-logo-notext.svg - Wikipedia, la enciclopedia libre">
            <a:extLst>
              <a:ext uri="{FF2B5EF4-FFF2-40B4-BE49-F238E27FC236}">
                <a16:creationId xmlns:a16="http://schemas.microsoft.com/office/drawing/2014/main" id="{109B3B37-F41D-C03C-86EC-C9DE4B0BCB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5013" y="1369996"/>
            <a:ext cx="1542937" cy="1542937"/>
          </a:xfrm>
          <a:prstGeom prst="rect">
            <a:avLst/>
          </a:prstGeom>
        </p:spPr>
      </p:pic>
      <p:pic>
        <p:nvPicPr>
          <p:cNvPr id="43" name="Imagen 42" descr="Logo de estadistica diseño editable">
            <a:extLst>
              <a:ext uri="{FF2B5EF4-FFF2-40B4-BE49-F238E27FC236}">
                <a16:creationId xmlns:a16="http://schemas.microsoft.com/office/drawing/2014/main" id="{0EA9E18F-4F89-C6ED-6152-AA6DE8EFAB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3261" y="3677286"/>
            <a:ext cx="2186442" cy="218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7690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D26BE2F-E7D2-DF8C-D772-ACAA87241694}"/>
              </a:ext>
            </a:extLst>
          </p:cNvPr>
          <p:cNvSpPr txBox="1"/>
          <p:nvPr/>
        </p:nvSpPr>
        <p:spPr>
          <a:xfrm>
            <a:off x="-226141" y="1459230"/>
            <a:ext cx="1291958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500" b="1" dirty="0">
                <a:solidFill>
                  <a:schemeClr val="bg1"/>
                </a:solidFill>
                <a:latin typeface="Bebas Neue" panose="020B0606020202050201" pitchFamily="34" charset="0"/>
                <a:cs typeface="Archivo Expanded" pitchFamily="2" charset="0"/>
              </a:rPr>
              <a:t>¿qué es el machine </a:t>
            </a:r>
            <a:r>
              <a:rPr lang="es-CO" sz="12500" b="1" dirty="0" err="1">
                <a:solidFill>
                  <a:schemeClr val="bg1"/>
                </a:solidFill>
                <a:latin typeface="Bebas Neue" panose="020B0606020202050201" pitchFamily="34" charset="0"/>
                <a:cs typeface="Archivo Expanded" pitchFamily="2" charset="0"/>
              </a:rPr>
              <a:t>learning</a:t>
            </a:r>
            <a:r>
              <a:rPr lang="es-CO" sz="12500" b="1" dirty="0">
                <a:solidFill>
                  <a:schemeClr val="bg1"/>
                </a:solidFill>
                <a:latin typeface="Bebas Neue" panose="020B0606020202050201" pitchFamily="34" charset="0"/>
                <a:cs typeface="Archivo Expanded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6266115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42AE912-9304-C943-5BCE-E1FB791677E5}"/>
              </a:ext>
            </a:extLst>
          </p:cNvPr>
          <p:cNvSpPr txBox="1"/>
          <p:nvPr/>
        </p:nvSpPr>
        <p:spPr>
          <a:xfrm>
            <a:off x="780811" y="1677404"/>
            <a:ext cx="5315189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r>
              <a:rPr lang="en-US" sz="2400" dirty="0"/>
              <a:t>Es la </a:t>
            </a:r>
            <a:r>
              <a:rPr lang="en-US" sz="2400" dirty="0" err="1"/>
              <a:t>rama</a:t>
            </a:r>
            <a:r>
              <a:rPr lang="en-US" sz="2400" dirty="0"/>
              <a:t> de la </a:t>
            </a:r>
            <a:r>
              <a:rPr lang="en-US" sz="2400" dirty="0" err="1"/>
              <a:t>inteligencia</a:t>
            </a:r>
            <a:r>
              <a:rPr lang="en-US" sz="2400" dirty="0"/>
              <a:t> artificial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permite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las </a:t>
            </a:r>
            <a:r>
              <a:rPr lang="en-US" sz="2400" dirty="0" err="1"/>
              <a:t>máquinas</a:t>
            </a:r>
            <a:r>
              <a:rPr lang="en-US" sz="2400" dirty="0"/>
              <a:t> o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modelos</a:t>
            </a:r>
            <a:r>
              <a:rPr lang="en-US" sz="2400" dirty="0"/>
              <a:t> </a:t>
            </a:r>
            <a:r>
              <a:rPr lang="en-US" sz="2400" dirty="0" err="1"/>
              <a:t>aprendan</a:t>
            </a:r>
            <a:r>
              <a:rPr lang="en-US" sz="2400" dirty="0"/>
              <a:t> </a:t>
            </a:r>
            <a:r>
              <a:rPr lang="en-US" sz="2400" dirty="0" err="1"/>
              <a:t>patrones</a:t>
            </a:r>
            <a:r>
              <a:rPr lang="en-US" sz="2400" dirty="0"/>
              <a:t> a </a:t>
            </a:r>
            <a:r>
              <a:rPr lang="en-US" sz="2400" dirty="0" err="1"/>
              <a:t>partir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b="1" dirty="0" err="1"/>
              <a:t>datos</a:t>
            </a:r>
            <a:r>
              <a:rPr lang="en-US" sz="2400" dirty="0"/>
              <a:t> para </a:t>
            </a:r>
            <a:r>
              <a:rPr lang="en-US" sz="2400" dirty="0" err="1"/>
              <a:t>realizar</a:t>
            </a:r>
            <a:r>
              <a:rPr lang="en-US" sz="2400" dirty="0"/>
              <a:t> </a:t>
            </a:r>
            <a:r>
              <a:rPr lang="en-US" sz="2400" b="1" dirty="0" err="1"/>
              <a:t>predicciones</a:t>
            </a:r>
            <a:r>
              <a:rPr lang="en-US" sz="2400" dirty="0"/>
              <a:t> o </a:t>
            </a:r>
            <a:r>
              <a:rPr lang="en-US" sz="2400" dirty="0" err="1"/>
              <a:t>tomar</a:t>
            </a:r>
            <a:r>
              <a:rPr lang="en-US" sz="2400" dirty="0"/>
              <a:t> </a:t>
            </a:r>
            <a:r>
              <a:rPr lang="en-US" sz="2400" b="1" dirty="0" err="1"/>
              <a:t>decisiones</a:t>
            </a:r>
            <a:endParaRPr lang="en-US" sz="2400" b="1" dirty="0"/>
          </a:p>
          <a:p>
            <a:pPr indent="-2286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r>
              <a:rPr lang="en-US" sz="2400" b="1" dirty="0" err="1"/>
              <a:t>Reconocimiento</a:t>
            </a:r>
            <a:r>
              <a:rPr lang="en-US" sz="2400" b="1" dirty="0"/>
              <a:t> de </a:t>
            </a:r>
            <a:r>
              <a:rPr lang="en-US" sz="2400" b="1" dirty="0" err="1"/>
              <a:t>patrones</a:t>
            </a:r>
            <a:r>
              <a:rPr lang="en-US" sz="2400" b="1" dirty="0"/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2" descr="What is Machine Learning? - Let's Talk Science">
            <a:extLst>
              <a:ext uri="{FF2B5EF4-FFF2-40B4-BE49-F238E27FC236}">
                <a16:creationId xmlns:a16="http://schemas.microsoft.com/office/drawing/2014/main" id="{F1B64721-8EE8-4B11-21DF-2981BE570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75967" y="1359681"/>
            <a:ext cx="4170530" cy="417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82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D3F7E-1274-CE22-72D4-2F4E18557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15C5772-C330-F13C-1BD7-BC3F8723618E}"/>
              </a:ext>
            </a:extLst>
          </p:cNvPr>
          <p:cNvSpPr txBox="1"/>
          <p:nvPr/>
        </p:nvSpPr>
        <p:spPr>
          <a:xfrm>
            <a:off x="-117986" y="2324469"/>
            <a:ext cx="12919586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500" b="1" dirty="0">
                <a:solidFill>
                  <a:schemeClr val="bg1"/>
                </a:solidFill>
                <a:latin typeface="Bebas Neue" panose="020B0606020202050201" pitchFamily="34" charset="0"/>
                <a:cs typeface="Archivo Expanded" pitchFamily="2" charset="0"/>
              </a:rPr>
              <a:t>¿Cómo funciona?</a:t>
            </a:r>
          </a:p>
        </p:txBody>
      </p:sp>
    </p:spTree>
    <p:extLst>
      <p:ext uri="{BB962C8B-B14F-4D97-AF65-F5344CB8AC3E}">
        <p14:creationId xmlns:p14="http://schemas.microsoft.com/office/powerpoint/2010/main" val="170280083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A98FE8-FB54-4747-BC17-A7887E63FFA0}"/>
              </a:ext>
            </a:extLst>
          </p:cNvPr>
          <p:cNvSpPr txBox="1"/>
          <p:nvPr/>
        </p:nvSpPr>
        <p:spPr>
          <a:xfrm>
            <a:off x="1383564" y="348865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Para que una maquina o modelo ¨aprenda¨ y pueda realizar </a:t>
            </a:r>
            <a:r>
              <a:rPr lang="en-US" sz="3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predicciones</a:t>
            </a:r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necesita pasar por tres etapas claves:</a:t>
            </a:r>
            <a:endParaRPr lang="en-US" sz="34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CuadroTexto 4">
            <a:extLst>
              <a:ext uri="{FF2B5EF4-FFF2-40B4-BE49-F238E27FC236}">
                <a16:creationId xmlns:a16="http://schemas.microsoft.com/office/drawing/2014/main" id="{8115ECEE-A35B-5829-97C8-C0406E8D28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285355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4275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uadroTexto 2">
            <a:extLst>
              <a:ext uri="{FF2B5EF4-FFF2-40B4-BE49-F238E27FC236}">
                <a16:creationId xmlns:a16="http://schemas.microsoft.com/office/drawing/2014/main" id="{2D9BBAA3-D4FE-1C65-796E-71D24007E8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551049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6660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B3C7A62-6B2B-06FA-2681-A96C7A094C5C}"/>
              </a:ext>
            </a:extLst>
          </p:cNvPr>
          <p:cNvSpPr txBox="1"/>
          <p:nvPr/>
        </p:nvSpPr>
        <p:spPr>
          <a:xfrm>
            <a:off x="301453" y="3143821"/>
            <a:ext cx="3737151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es-ES" sz="28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 algoritmo aprende a través de </a:t>
            </a:r>
            <a:r>
              <a:rPr lang="es-ES" sz="2800" b="1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datos etiquetados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endParaRPr lang="en-US" sz="2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n 3" descr="Aprendizaje no supervisado">
            <a:extLst>
              <a:ext uri="{FF2B5EF4-FFF2-40B4-BE49-F238E27FC236}">
                <a16:creationId xmlns:a16="http://schemas.microsoft.com/office/drawing/2014/main" id="{1A95B8B6-96CF-5664-BC4C-C999983F6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920" y="928011"/>
            <a:ext cx="7225748" cy="413673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5280D09-017B-84C5-B33A-623E3A390CF8}"/>
              </a:ext>
            </a:extLst>
          </p:cNvPr>
          <p:cNvSpPr txBox="1"/>
          <p:nvPr/>
        </p:nvSpPr>
        <p:spPr>
          <a:xfrm>
            <a:off x="299316" y="783360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es-ES" sz="3200" b="1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Aprendizaje supervisado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endParaRPr lang="en-US" sz="2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endParaRPr lang="en-US" sz="2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64182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CC8D0B6-3933-2109-74CF-6DA87932A98D}"/>
              </a:ext>
            </a:extLst>
          </p:cNvPr>
          <p:cNvSpPr txBox="1"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Ejemplo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datos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etiquetados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2360331-9803-8381-C4BD-ED0D69753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535764"/>
              </p:ext>
            </p:extLst>
          </p:nvPr>
        </p:nvGraphicFramePr>
        <p:xfrm>
          <a:off x="4502428" y="1591387"/>
          <a:ext cx="7225749" cy="367523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301114">
                  <a:extLst>
                    <a:ext uri="{9D8B030D-6E8A-4147-A177-3AD203B41FA5}">
                      <a16:colId xmlns:a16="http://schemas.microsoft.com/office/drawing/2014/main" val="1441180478"/>
                    </a:ext>
                  </a:extLst>
                </a:gridCol>
                <a:gridCol w="3924635">
                  <a:extLst>
                    <a:ext uri="{9D8B030D-6E8A-4147-A177-3AD203B41FA5}">
                      <a16:colId xmlns:a16="http://schemas.microsoft.com/office/drawing/2014/main" val="3216276647"/>
                    </a:ext>
                  </a:extLst>
                </a:gridCol>
              </a:tblGrid>
              <a:tr h="15786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3300" b="1" u="none" strike="noStrike">
                          <a:effectLst/>
                        </a:rPr>
                        <a:t>Tamaño en m2 (Característica)</a:t>
                      </a:r>
                      <a:endParaRPr lang="es-ES" sz="33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07" marR="15507" marT="15507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3300" b="1" u="none" strike="noStrike">
                          <a:effectLst/>
                        </a:rPr>
                        <a:t>Precio en miles de dólares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s-ES" sz="3300" b="1" u="none" strike="noStrike">
                          <a:effectLst/>
                        </a:rPr>
                        <a:t> (Etiqueta / Target)</a:t>
                      </a:r>
                      <a:endParaRPr lang="es-ES" sz="33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07" marR="15507" marT="15507" marB="0" anchor="ctr"/>
                </a:tc>
                <a:extLst>
                  <a:ext uri="{0D108BD9-81ED-4DB2-BD59-A6C34878D82A}">
                    <a16:rowId xmlns:a16="http://schemas.microsoft.com/office/drawing/2014/main" val="1736314687"/>
                  </a:ext>
                </a:extLst>
              </a:tr>
              <a:tr h="5241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2800" u="none" strike="noStrike">
                          <a:effectLst/>
                        </a:rPr>
                        <a:t>50</a:t>
                      </a:r>
                      <a:endParaRPr lang="es-ES" sz="2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07" marR="15507" marT="15507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2800" u="none" strike="noStrike">
                          <a:effectLst/>
                        </a:rPr>
                        <a:t>100</a:t>
                      </a:r>
                      <a:endParaRPr lang="es-ES" sz="2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07" marR="15507" marT="15507" marB="0" anchor="ctr"/>
                </a:tc>
                <a:extLst>
                  <a:ext uri="{0D108BD9-81ED-4DB2-BD59-A6C34878D82A}">
                    <a16:rowId xmlns:a16="http://schemas.microsoft.com/office/drawing/2014/main" val="1511233469"/>
                  </a:ext>
                </a:extLst>
              </a:tr>
              <a:tr h="5241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2800" u="none" strike="noStrike">
                          <a:effectLst/>
                        </a:rPr>
                        <a:t>70</a:t>
                      </a:r>
                      <a:endParaRPr lang="es-ES" sz="2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07" marR="15507" marT="15507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2800" u="none" strike="noStrike">
                          <a:effectLst/>
                        </a:rPr>
                        <a:t>140</a:t>
                      </a:r>
                      <a:endParaRPr lang="es-ES" sz="2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07" marR="15507" marT="15507" marB="0" anchor="ctr"/>
                </a:tc>
                <a:extLst>
                  <a:ext uri="{0D108BD9-81ED-4DB2-BD59-A6C34878D82A}">
                    <a16:rowId xmlns:a16="http://schemas.microsoft.com/office/drawing/2014/main" val="2154892292"/>
                  </a:ext>
                </a:extLst>
              </a:tr>
              <a:tr h="5241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2800" u="none" strike="noStrike">
                          <a:effectLst/>
                        </a:rPr>
                        <a:t>90</a:t>
                      </a:r>
                      <a:endParaRPr lang="es-ES" sz="2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07" marR="15507" marT="15507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2800" u="none" strike="noStrike">
                          <a:effectLst/>
                        </a:rPr>
                        <a:t>180</a:t>
                      </a:r>
                      <a:endParaRPr lang="es-ES" sz="2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07" marR="15507" marT="15507" marB="0" anchor="ctr"/>
                </a:tc>
                <a:extLst>
                  <a:ext uri="{0D108BD9-81ED-4DB2-BD59-A6C34878D82A}">
                    <a16:rowId xmlns:a16="http://schemas.microsoft.com/office/drawing/2014/main" val="1010330816"/>
                  </a:ext>
                </a:extLst>
              </a:tr>
              <a:tr h="5241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2800" u="none" strike="noStrike">
                          <a:effectLst/>
                        </a:rPr>
                        <a:t>120</a:t>
                      </a:r>
                      <a:endParaRPr lang="es-ES" sz="2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07" marR="15507" marT="15507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2800" u="none" strike="noStrike">
                          <a:effectLst/>
                        </a:rPr>
                        <a:t>240</a:t>
                      </a:r>
                      <a:endParaRPr lang="es-ES" sz="2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07" marR="15507" marT="15507" marB="0" anchor="ctr"/>
                </a:tc>
                <a:extLst>
                  <a:ext uri="{0D108BD9-81ED-4DB2-BD59-A6C34878D82A}">
                    <a16:rowId xmlns:a16="http://schemas.microsoft.com/office/drawing/2014/main" val="1785232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953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7F7AB6-A738-845D-3BDA-9802A68F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93AD003-DE99-59BE-1389-E788AC1EC854}"/>
              </a:ext>
            </a:extLst>
          </p:cNvPr>
          <p:cNvSpPr txBox="1"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Ejemplo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datos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etiquetados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06C77C6-2119-321E-28CE-09F978218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809742"/>
              </p:ext>
            </p:extLst>
          </p:nvPr>
        </p:nvGraphicFramePr>
        <p:xfrm>
          <a:off x="5375436" y="1225296"/>
          <a:ext cx="5479731" cy="440740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42296">
                  <a:extLst>
                    <a:ext uri="{9D8B030D-6E8A-4147-A177-3AD203B41FA5}">
                      <a16:colId xmlns:a16="http://schemas.microsoft.com/office/drawing/2014/main" val="3927546872"/>
                    </a:ext>
                  </a:extLst>
                </a:gridCol>
                <a:gridCol w="2337435">
                  <a:extLst>
                    <a:ext uri="{9D8B030D-6E8A-4147-A177-3AD203B41FA5}">
                      <a16:colId xmlns:a16="http://schemas.microsoft.com/office/drawing/2014/main" val="3065897735"/>
                    </a:ext>
                  </a:extLst>
                </a:gridCol>
              </a:tblGrid>
              <a:tr h="12298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3600" b="1" u="none" strike="noStrike">
                          <a:effectLst/>
                        </a:rPr>
                        <a:t>Temperatura (°C)</a:t>
                      </a:r>
                      <a:endParaRPr lang="es-ES" sz="3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860" marR="22860" marT="2286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3600" b="1" u="none" strike="noStrike">
                          <a:effectLst/>
                        </a:rPr>
                        <a:t>Llevar chaqueta</a:t>
                      </a:r>
                      <a:endParaRPr lang="es-ES" sz="3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860" marR="22860" marT="22860" marB="0" anchor="ctr"/>
                </a:tc>
                <a:extLst>
                  <a:ext uri="{0D108BD9-81ED-4DB2-BD59-A6C34878D82A}">
                    <a16:rowId xmlns:a16="http://schemas.microsoft.com/office/drawing/2014/main" val="1279152114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3300" u="none" strike="noStrike">
                          <a:effectLst/>
                        </a:rPr>
                        <a:t>10</a:t>
                      </a:r>
                      <a:endParaRPr lang="es-E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860" marR="22860" marT="2286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3300" u="none" strike="noStrike">
                          <a:effectLst/>
                        </a:rPr>
                        <a:t>Sí</a:t>
                      </a:r>
                      <a:endParaRPr lang="es-E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860" marR="22860" marT="22860" marB="0" anchor="ctr"/>
                </a:tc>
                <a:extLst>
                  <a:ext uri="{0D108BD9-81ED-4DB2-BD59-A6C34878D82A}">
                    <a16:rowId xmlns:a16="http://schemas.microsoft.com/office/drawing/2014/main" val="811903425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3300" u="none" strike="noStrike">
                          <a:effectLst/>
                        </a:rPr>
                        <a:t>15</a:t>
                      </a:r>
                      <a:endParaRPr lang="es-E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860" marR="22860" marT="2286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3300" u="none" strike="noStrike">
                          <a:effectLst/>
                        </a:rPr>
                        <a:t>Sí</a:t>
                      </a:r>
                      <a:endParaRPr lang="es-E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860" marR="22860" marT="22860" marB="0" anchor="ctr"/>
                </a:tc>
                <a:extLst>
                  <a:ext uri="{0D108BD9-81ED-4DB2-BD59-A6C34878D82A}">
                    <a16:rowId xmlns:a16="http://schemas.microsoft.com/office/drawing/2014/main" val="447602087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3300" u="none" strike="noStrike">
                          <a:effectLst/>
                        </a:rPr>
                        <a:t>18</a:t>
                      </a:r>
                      <a:endParaRPr lang="es-E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860" marR="22860" marT="2286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3300" u="none" strike="noStrike">
                          <a:effectLst/>
                        </a:rPr>
                        <a:t>Sí</a:t>
                      </a:r>
                      <a:endParaRPr lang="es-E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860" marR="22860" marT="22860" marB="0" anchor="ctr"/>
                </a:tc>
                <a:extLst>
                  <a:ext uri="{0D108BD9-81ED-4DB2-BD59-A6C34878D82A}">
                    <a16:rowId xmlns:a16="http://schemas.microsoft.com/office/drawing/2014/main" val="2740090932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3300" u="none" strike="noStrike">
                          <a:effectLst/>
                        </a:rPr>
                        <a:t>22</a:t>
                      </a:r>
                      <a:endParaRPr lang="es-E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860" marR="22860" marT="2286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3300" u="none" strike="noStrike">
                          <a:effectLst/>
                        </a:rPr>
                        <a:t>No</a:t>
                      </a:r>
                      <a:endParaRPr lang="es-E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860" marR="22860" marT="22860" marB="0" anchor="ctr"/>
                </a:tc>
                <a:extLst>
                  <a:ext uri="{0D108BD9-81ED-4DB2-BD59-A6C34878D82A}">
                    <a16:rowId xmlns:a16="http://schemas.microsoft.com/office/drawing/2014/main" val="3397488542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3300" u="none" strike="noStrike">
                          <a:effectLst/>
                        </a:rPr>
                        <a:t>27</a:t>
                      </a:r>
                      <a:endParaRPr lang="es-E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860" marR="22860" marT="2286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3300" u="none" strike="noStrike">
                          <a:effectLst/>
                        </a:rPr>
                        <a:t>No</a:t>
                      </a:r>
                      <a:endParaRPr lang="es-E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860" marR="22860" marT="22860" marB="0" anchor="ctr"/>
                </a:tc>
                <a:extLst>
                  <a:ext uri="{0D108BD9-81ED-4DB2-BD59-A6C34878D82A}">
                    <a16:rowId xmlns:a16="http://schemas.microsoft.com/office/drawing/2014/main" val="182307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892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3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8E07A9-62C4-60FA-EA09-34A11FB29339}"/>
              </a:ext>
            </a:extLst>
          </p:cNvPr>
          <p:cNvSpPr txBox="1">
            <a:spLocks/>
          </p:cNvSpPr>
          <p:nvPr/>
        </p:nvSpPr>
        <p:spPr>
          <a:xfrm>
            <a:off x="597917" y="-152423"/>
            <a:ext cx="5323715" cy="16429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Regresión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lineal </a:t>
            </a:r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A19B3C58-E219-EAC4-CBEC-38564DEB23CD}"/>
              </a:ext>
            </a:extLst>
          </p:cNvPr>
          <p:cNvSpPr txBox="1">
            <a:spLocks/>
          </p:cNvSpPr>
          <p:nvPr/>
        </p:nvSpPr>
        <p:spPr>
          <a:xfrm>
            <a:off x="606443" y="1918214"/>
            <a:ext cx="5981221" cy="40050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Técnica </a:t>
            </a:r>
            <a:r>
              <a:rPr lang="en-US" sz="2400" dirty="0" err="1"/>
              <a:t>utilizada</a:t>
            </a:r>
            <a:r>
              <a:rPr lang="en-US" sz="2400" dirty="0"/>
              <a:t> para </a:t>
            </a:r>
            <a:r>
              <a:rPr lang="en-US" sz="2400" dirty="0" err="1"/>
              <a:t>predecir</a:t>
            </a:r>
            <a:r>
              <a:rPr lang="en-US" sz="2400" dirty="0"/>
              <a:t> variables </a:t>
            </a:r>
            <a:r>
              <a:rPr lang="en-US" sz="2400" dirty="0" err="1"/>
              <a:t>continuas</a:t>
            </a:r>
            <a:r>
              <a:rPr lang="en-US" sz="2400" dirty="0"/>
              <a:t>, </a:t>
            </a:r>
            <a:r>
              <a:rPr lang="en-US" sz="2400" b="1" dirty="0" err="1"/>
              <a:t>dependientes</a:t>
            </a:r>
            <a:r>
              <a:rPr lang="en-US" sz="2400" b="1" dirty="0"/>
              <a:t> (</a:t>
            </a:r>
            <a:r>
              <a:rPr lang="en-US" sz="2400" b="1" dirty="0" err="1"/>
              <a:t>registran</a:t>
            </a:r>
            <a:r>
              <a:rPr lang="en-US" sz="2400" b="1" dirty="0"/>
              <a:t>)</a:t>
            </a:r>
            <a:r>
              <a:rPr lang="en-US" sz="2400" dirty="0"/>
              <a:t>, dado un conjunto de variables </a:t>
            </a:r>
            <a:r>
              <a:rPr lang="en-US" sz="2400" b="1" dirty="0" err="1"/>
              <a:t>independientes</a:t>
            </a:r>
            <a:r>
              <a:rPr lang="en-US" sz="2400" b="1" dirty="0"/>
              <a:t> (</a:t>
            </a:r>
            <a:r>
              <a:rPr lang="en-US" sz="2400" b="1" dirty="0" err="1"/>
              <a:t>manipulan</a:t>
            </a:r>
            <a:r>
              <a:rPr lang="en-US" sz="2400" b="1" dirty="0"/>
              <a:t>)</a:t>
            </a:r>
            <a:r>
              <a:rPr lang="en-US" sz="2400" dirty="0"/>
              <a:t> 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	</a:t>
            </a:r>
          </a:p>
        </p:txBody>
      </p:sp>
      <p:sp>
        <p:nvSpPr>
          <p:cNvPr id="37" name="Rectangle 25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1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Imagen 18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6742C573-2032-FE94-4FA7-B36F843CF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2433593"/>
            <a:ext cx="4170530" cy="20227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9FD5BA2E-0BF3-A5BC-A018-81048BAAE7F1}"/>
                  </a:ext>
                </a:extLst>
              </p:cNvPr>
              <p:cNvSpPr txBox="1"/>
              <p:nvPr/>
            </p:nvSpPr>
            <p:spPr>
              <a:xfrm>
                <a:off x="2780226" y="4317800"/>
                <a:ext cx="140115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9FD5BA2E-0BF3-A5BC-A018-81048BAAE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226" y="4317800"/>
                <a:ext cx="1401153" cy="307777"/>
              </a:xfrm>
              <a:prstGeom prst="rect">
                <a:avLst/>
              </a:prstGeom>
              <a:blipFill>
                <a:blip r:embed="rId3"/>
                <a:stretch>
                  <a:fillRect l="-4348" b="-2352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E13DDDC-3EBC-1C73-50EC-4114C9F1F8B9}"/>
              </a:ext>
            </a:extLst>
          </p:cNvPr>
          <p:cNvCxnSpPr/>
          <p:nvPr/>
        </p:nvCxnSpPr>
        <p:spPr>
          <a:xfrm>
            <a:off x="2829053" y="4792327"/>
            <a:ext cx="0" cy="639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BE4F154-C585-C320-F702-3B5B57114861}"/>
              </a:ext>
            </a:extLst>
          </p:cNvPr>
          <p:cNvSpPr txBox="1"/>
          <p:nvPr/>
        </p:nvSpPr>
        <p:spPr>
          <a:xfrm>
            <a:off x="2030062" y="5643233"/>
            <a:ext cx="15979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/>
              <a:t>Variable dependiente</a:t>
            </a:r>
            <a:endParaRPr lang="es-CO" sz="200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C1FEFB94-EE75-CB08-FA18-4DA370CD4AC7}"/>
              </a:ext>
            </a:extLst>
          </p:cNvPr>
          <p:cNvCxnSpPr>
            <a:cxnSpLocks/>
          </p:cNvCxnSpPr>
          <p:nvPr/>
        </p:nvCxnSpPr>
        <p:spPr>
          <a:xfrm>
            <a:off x="3494914" y="4028848"/>
            <a:ext cx="0" cy="288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CF0EE7ED-69CF-A49D-211D-F4F398FDAD9F}"/>
              </a:ext>
            </a:extLst>
          </p:cNvPr>
          <p:cNvCxnSpPr/>
          <p:nvPr/>
        </p:nvCxnSpPr>
        <p:spPr>
          <a:xfrm>
            <a:off x="3521512" y="4037725"/>
            <a:ext cx="9499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1959E405-5614-EC18-C7D2-E3F91740C5ED}"/>
              </a:ext>
            </a:extLst>
          </p:cNvPr>
          <p:cNvSpPr txBox="1"/>
          <p:nvPr/>
        </p:nvSpPr>
        <p:spPr>
          <a:xfrm>
            <a:off x="4498019" y="3705682"/>
            <a:ext cx="15979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/>
              <a:t>Variable independiente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593257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C802B802-4CAC-2BC5-887B-D0BF24BE5CAD}"/>
              </a:ext>
            </a:extLst>
          </p:cNvPr>
          <p:cNvSpPr txBox="1">
            <a:spLocks/>
          </p:cNvSpPr>
          <p:nvPr/>
        </p:nvSpPr>
        <p:spPr>
          <a:xfrm>
            <a:off x="901410" y="807169"/>
            <a:ext cx="10169713" cy="40050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noProof="0" dirty="0"/>
              <a:t>Ejercicio </a:t>
            </a:r>
          </a:p>
          <a:p>
            <a:pPr marL="0" indent="0">
              <a:buNone/>
            </a:pPr>
            <a:endParaRPr lang="es-ES" sz="2400" noProof="0" dirty="0"/>
          </a:p>
          <a:p>
            <a:pPr marL="0" indent="0">
              <a:buNone/>
            </a:pPr>
            <a:r>
              <a:rPr lang="es-ES" sz="2400" noProof="0" dirty="0"/>
              <a:t>Entrenar un modelo de regresión lineal y completar los valores faltantes 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	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54DC998E-7C8C-E5D3-BEDF-9FD1A552C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343080"/>
              </p:ext>
            </p:extLst>
          </p:nvPr>
        </p:nvGraphicFramePr>
        <p:xfrm>
          <a:off x="1803400" y="2910416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4260014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21592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9821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Nombre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Altura </a:t>
                      </a:r>
                      <a:r>
                        <a:rPr lang="en-CA" dirty="0"/>
                        <a:t>(cm)  x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Peso (kg)  y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886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Antonio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173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81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418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Jose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171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72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066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Carlos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189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96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8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Enrique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181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94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81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David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179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8</a:t>
                      </a:r>
                      <a:r>
                        <a:rPr lang="es-ES"/>
                        <a:t>6.39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164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Lina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¿?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721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217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B292C-5CCF-FE64-05A9-D35E3FEE3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4E0283A2-1802-6D80-931C-EBC979F44048}"/>
              </a:ext>
            </a:extLst>
          </p:cNvPr>
          <p:cNvSpPr txBox="1">
            <a:spLocks/>
          </p:cNvSpPr>
          <p:nvPr/>
        </p:nvSpPr>
        <p:spPr>
          <a:xfrm>
            <a:off x="901410" y="807169"/>
            <a:ext cx="10169713" cy="400506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600" b="1" noProof="0" dirty="0"/>
              <a:t>Pasos para implementar una regresión lineal  </a:t>
            </a:r>
          </a:p>
          <a:p>
            <a:pPr marL="0" indent="0">
              <a:buNone/>
            </a:pPr>
            <a:endParaRPr lang="es-ES" sz="2400" noProof="0" dirty="0"/>
          </a:p>
          <a:p>
            <a:pPr marL="457200" indent="-457200"/>
            <a:r>
              <a:rPr lang="es-MX" sz="2400" dirty="0"/>
              <a:t>Identificar los datos </a:t>
            </a:r>
            <a:r>
              <a:rPr lang="en-CA" sz="2400" dirty="0"/>
              <a:t>(</a:t>
            </a:r>
            <a:r>
              <a:rPr lang="en-CA" sz="2400" dirty="0" err="1"/>
              <a:t>graficar</a:t>
            </a:r>
            <a:r>
              <a:rPr lang="en-CA" sz="2400" dirty="0"/>
              <a:t>)</a:t>
            </a:r>
            <a:endParaRPr lang="es-MX" sz="2400" dirty="0"/>
          </a:p>
          <a:p>
            <a:pPr marL="457200" indent="-457200"/>
            <a:r>
              <a:rPr lang="es-MX" sz="2400" dirty="0"/>
              <a:t>Convertirlos </a:t>
            </a:r>
            <a:r>
              <a:rPr lang="es-MX" sz="2400" dirty="0" err="1"/>
              <a:t>arrays</a:t>
            </a:r>
            <a:r>
              <a:rPr lang="es-MX" sz="2400" dirty="0"/>
              <a:t> </a:t>
            </a:r>
          </a:p>
          <a:p>
            <a:pPr marL="457200" indent="-457200"/>
            <a:r>
              <a:rPr lang="es-MX" sz="2400" dirty="0"/>
              <a:t>Crear y entrenar el modelo </a:t>
            </a:r>
          </a:p>
          <a:p>
            <a:pPr marL="457200" indent="-457200"/>
            <a:r>
              <a:rPr lang="es-MX" sz="2400" dirty="0"/>
              <a:t>Obtener parámetros del modelo </a:t>
            </a:r>
          </a:p>
          <a:p>
            <a:pPr marL="457200" indent="-457200"/>
            <a:r>
              <a:rPr lang="es-MX" sz="2400" dirty="0"/>
              <a:t>Obtener predicción </a:t>
            </a:r>
          </a:p>
          <a:p>
            <a:pPr marL="457200" indent="-457200"/>
            <a:r>
              <a:rPr lang="es-MX" sz="2400" dirty="0"/>
              <a:t>Calcular métricas </a:t>
            </a:r>
            <a:endParaRPr lang="es-CO" sz="24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52925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28944-BCE9-FCA6-28C8-BD28130A7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E22A242-C371-7ACD-DB90-4D1BC93E28C8}"/>
              </a:ext>
            </a:extLst>
          </p:cNvPr>
          <p:cNvSpPr txBox="1"/>
          <p:nvPr/>
        </p:nvSpPr>
        <p:spPr>
          <a:xfrm>
            <a:off x="587646" y="-273048"/>
            <a:ext cx="6596245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en-US" sz="5400" b="1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Metricas</a:t>
            </a:r>
            <a:r>
              <a:rPr lang="en-US" sz="5400" b="1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del </a:t>
            </a:r>
            <a:r>
              <a:rPr lang="en-US" sz="5400" b="1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modelo</a:t>
            </a:r>
            <a:r>
              <a:rPr lang="en-US" sz="5400" b="1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endParaRPr lang="en-US" sz="4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endParaRPr lang="en-US" sz="4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C882677-4D14-3AC9-A207-B372220D3D7E}"/>
                  </a:ext>
                </a:extLst>
              </p:cNvPr>
              <p:cNvSpPr txBox="1"/>
              <p:nvPr/>
            </p:nvSpPr>
            <p:spPr>
              <a:xfrm>
                <a:off x="1095663" y="2377962"/>
                <a:ext cx="796121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  <m:d>
                        <m:dPr>
                          <m:ctrlPr>
                            <a:rPr lang="en-CA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0−1</m:t>
                          </m:r>
                        </m:e>
                      </m:d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𝑀𝑖𝑑𝑒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𝑒𝑙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𝑎𝑗𝑢𝑠𝑡𝑒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𝑑𝑒𝑙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𝑚𝑜𝑑𝑒𝑙𝑜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𝑙𝑜𝑠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𝑑𝑎𝑡𝑜𝑠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C882677-4D14-3AC9-A207-B372220D3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63" y="2377962"/>
                <a:ext cx="7961217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0BC95B2C-BE08-197D-0991-7E948DCA38EE}"/>
                  </a:ext>
                </a:extLst>
              </p:cNvPr>
              <p:cNvSpPr txBox="1"/>
              <p:nvPr/>
            </p:nvSpPr>
            <p:spPr>
              <a:xfrm>
                <a:off x="4442126" y="3862529"/>
                <a:ext cx="3586879" cy="9410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2=1 − </m:t>
                      </m:r>
                      <m:f>
                        <m:fPr>
                          <m:ctrlPr>
                            <a:rPr lang="es-E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CA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CA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CA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CA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CA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CA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CA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CA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CA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CA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CA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CA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CA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CA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CA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CA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CA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CA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CA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s-E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0BC95B2C-BE08-197D-0991-7E948DCA3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2126" y="3862529"/>
                <a:ext cx="3586879" cy="9410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5563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A7C26F-8D8F-183C-F7FD-1DAD58D9E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F35C175-03C0-CA0A-9E69-89B244070973}"/>
              </a:ext>
            </a:extLst>
          </p:cNvPr>
          <p:cNvSpPr txBox="1"/>
          <p:nvPr/>
        </p:nvSpPr>
        <p:spPr>
          <a:xfrm>
            <a:off x="15574" y="-309074"/>
            <a:ext cx="6596245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en-US" sz="5400" b="1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Metricas</a:t>
            </a:r>
            <a:r>
              <a:rPr lang="en-US" sz="5400" b="1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del </a:t>
            </a:r>
            <a:r>
              <a:rPr lang="en-US" sz="5400" b="1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modelo</a:t>
            </a:r>
            <a:r>
              <a:rPr lang="en-US" sz="5400" b="1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endParaRPr lang="en-US" sz="4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endParaRPr lang="en-US" sz="4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C1BF592-5772-AAD8-0D8A-B05D3B0C5D02}"/>
                  </a:ext>
                </a:extLst>
              </p:cNvPr>
              <p:cNvSpPr txBox="1"/>
              <p:nvPr/>
            </p:nvSpPr>
            <p:spPr>
              <a:xfrm>
                <a:off x="560583" y="2144778"/>
                <a:ext cx="6051236" cy="12418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algn="r">
                  <a:lnSpc>
                    <a:spcPct val="9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s-ES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𝑅𝐸</m:t>
                      </m:r>
                      <m:r>
                        <a:rPr lang="en-CA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𝐶𝑀</m:t>
                      </m:r>
                      <m:r>
                        <a:rPr lang="es-ES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ES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𝑅𝑎</m:t>
                          </m:r>
                          <m:r>
                            <a:rPr lang="es-ES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es-ES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s-ES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𝑑𝑒𝑙</m:t>
                          </m:r>
                          <m:r>
                            <a:rPr lang="es-ES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𝐸𝑟𝑟𝑜𝑟</m:t>
                          </m:r>
                          <m:r>
                            <a:rPr lang="es-ES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𝐶𝑢𝑎𝑑𝑟</m:t>
                          </m:r>
                          <m:r>
                            <a:rPr lang="es-ES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es-ES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𝑡𝑖𝑐𝑜</m:t>
                          </m:r>
                          <m:r>
                            <a:rPr lang="es-ES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𝑀𝑒𝑑𝑖𝑜</m:t>
                          </m:r>
                        </m:e>
                      </m:d>
                      <m:r>
                        <a:rPr lang="en-CA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s-E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Indica</m:t>
                      </m:r>
                      <m:r>
                        <a:rPr lang="es-E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en</m:t>
                      </m:r>
                      <m:r>
                        <a:rPr lang="es-E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promedio</m:t>
                      </m:r>
                      <m:r>
                        <a:rPr lang="es-E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CA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9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s-E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cu</m:t>
                      </m:r>
                      <m:r>
                        <a:rPr lang="es-E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á</m:t>
                      </m:r>
                      <m:r>
                        <m:rPr>
                          <m:sty m:val="p"/>
                        </m:rPr>
                        <a:rPr lang="es-E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nto</m:t>
                      </m:r>
                      <m:r>
                        <a:rPr lang="es-E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se</m:t>
                      </m:r>
                      <m:r>
                        <a:rPr lang="es-E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equivoca</m:t>
                      </m:r>
                      <m:r>
                        <a:rPr lang="es-E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el</m:t>
                      </m:r>
                      <m:r>
                        <a:rPr lang="es-E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modelo</m:t>
                      </m:r>
                      <m:r>
                        <a:rPr lang="es-E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s-E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en</m:t>
                      </m:r>
                      <m:r>
                        <a:rPr lang="es-E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las</m:t>
                      </m:r>
                      <m:r>
                        <a:rPr lang="es-E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mismas</m:t>
                      </m:r>
                      <m:r>
                        <a:rPr lang="es-E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unidades</m:t>
                      </m:r>
                      <m:r>
                        <a:rPr lang="es-E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que</m:t>
                      </m:r>
                      <m:r>
                        <a:rPr lang="es-E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sz="2800" kern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C1BF592-5772-AAD8-0D8A-B05D3B0C5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83" y="2144778"/>
                <a:ext cx="6051236" cy="1241828"/>
              </a:xfrm>
              <a:prstGeom prst="rect">
                <a:avLst/>
              </a:prstGeom>
              <a:blipFill>
                <a:blip r:embed="rId2"/>
                <a:stretch>
                  <a:fillRect l="-604" r="-623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468E2AF-C9DD-CBCD-C862-C2886D461942}"/>
                  </a:ext>
                </a:extLst>
              </p:cNvPr>
              <p:cNvSpPr txBox="1"/>
              <p:nvPr/>
            </p:nvSpPr>
            <p:spPr>
              <a:xfrm>
                <a:off x="4086770" y="3965798"/>
                <a:ext cx="4285212" cy="1349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𝑅𝐸𝐶𝑀</m:t>
                      </m:r>
                      <m:r>
                        <a:rPr lang="en-C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s-E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CA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CA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CA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CA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CA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CA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CA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CA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CA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CA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CA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CA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CA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CA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s-E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468E2AF-C9DD-CBCD-C862-C2886D461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770" y="3965798"/>
                <a:ext cx="4285212" cy="13499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900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54D39-2FDA-B463-AEC3-C14D9A561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08ED472B-FED3-660B-63B1-4591A1DF7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937700"/>
              </p:ext>
            </p:extLst>
          </p:nvPr>
        </p:nvGraphicFramePr>
        <p:xfrm>
          <a:off x="6766258" y="609601"/>
          <a:ext cx="4413021" cy="4788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878">
                  <a:extLst>
                    <a:ext uri="{9D8B030D-6E8A-4147-A177-3AD203B41FA5}">
                      <a16:colId xmlns:a16="http://schemas.microsoft.com/office/drawing/2014/main" val="304772087"/>
                    </a:ext>
                  </a:extLst>
                </a:gridCol>
                <a:gridCol w="1521485">
                  <a:extLst>
                    <a:ext uri="{9D8B030D-6E8A-4147-A177-3AD203B41FA5}">
                      <a16:colId xmlns:a16="http://schemas.microsoft.com/office/drawing/2014/main" val="1193554613"/>
                    </a:ext>
                  </a:extLst>
                </a:gridCol>
                <a:gridCol w="1752658">
                  <a:extLst>
                    <a:ext uri="{9D8B030D-6E8A-4147-A177-3AD203B41FA5}">
                      <a16:colId xmlns:a16="http://schemas.microsoft.com/office/drawing/2014/main" val="157878595"/>
                    </a:ext>
                  </a:extLst>
                </a:gridCol>
              </a:tblGrid>
              <a:tr h="677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 dirty="0">
                          <a:effectLst/>
                        </a:rPr>
                        <a:t>Estudiante</a:t>
                      </a:r>
                      <a:endParaRPr lang="es-E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 dirty="0">
                          <a:effectLst/>
                        </a:rPr>
                        <a:t>Horas de estudio (x)</a:t>
                      </a:r>
                      <a:endParaRPr lang="es-E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 dirty="0">
                          <a:effectLst/>
                        </a:rPr>
                        <a:t>Calificación (y)</a:t>
                      </a:r>
                      <a:endParaRPr lang="es-E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extLst>
                  <a:ext uri="{0D108BD9-81ED-4DB2-BD59-A6C34878D82A}">
                    <a16:rowId xmlns:a16="http://schemas.microsoft.com/office/drawing/2014/main" val="3909157560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Ana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2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55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extLst>
                  <a:ext uri="{0D108BD9-81ED-4DB2-BD59-A6C34878D82A}">
                    <a16:rowId xmlns:a16="http://schemas.microsoft.com/office/drawing/2014/main" val="2706550334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Beatriz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4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 dirty="0">
                          <a:effectLst/>
                        </a:rPr>
                        <a:t>63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extLst>
                  <a:ext uri="{0D108BD9-81ED-4DB2-BD59-A6C34878D82A}">
                    <a16:rowId xmlns:a16="http://schemas.microsoft.com/office/drawing/2014/main" val="2578467371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Carlos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6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72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extLst>
                  <a:ext uri="{0D108BD9-81ED-4DB2-BD59-A6C34878D82A}">
                    <a16:rowId xmlns:a16="http://schemas.microsoft.com/office/drawing/2014/main" val="216162709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Diego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 dirty="0">
                          <a:effectLst/>
                        </a:rPr>
                        <a:t>8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81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extLst>
                  <a:ext uri="{0D108BD9-81ED-4DB2-BD59-A6C34878D82A}">
                    <a16:rowId xmlns:a16="http://schemas.microsoft.com/office/drawing/2014/main" val="2184694978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Elena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10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88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extLst>
                  <a:ext uri="{0D108BD9-81ED-4DB2-BD59-A6C34878D82A}">
                    <a16:rowId xmlns:a16="http://schemas.microsoft.com/office/drawing/2014/main" val="2880951596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Franco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1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50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extLst>
                  <a:ext uri="{0D108BD9-81ED-4DB2-BD59-A6C34878D82A}">
                    <a16:rowId xmlns:a16="http://schemas.microsoft.com/office/drawing/2014/main" val="3814357558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Gabriela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5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68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extLst>
                  <a:ext uri="{0D108BD9-81ED-4DB2-BD59-A6C34878D82A}">
                    <a16:rowId xmlns:a16="http://schemas.microsoft.com/office/drawing/2014/main" val="3142528961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Hugo 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7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 dirty="0">
                          <a:effectLst/>
                        </a:rPr>
                        <a:t>76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extLst>
                  <a:ext uri="{0D108BD9-81ED-4DB2-BD59-A6C34878D82A}">
                    <a16:rowId xmlns:a16="http://schemas.microsoft.com/office/drawing/2014/main" val="1274801800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Irene 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9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85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extLst>
                  <a:ext uri="{0D108BD9-81ED-4DB2-BD59-A6C34878D82A}">
                    <a16:rowId xmlns:a16="http://schemas.microsoft.com/office/drawing/2014/main" val="3164550431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Julian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11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91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extLst>
                  <a:ext uri="{0D108BD9-81ED-4DB2-BD59-A6C34878D82A}">
                    <a16:rowId xmlns:a16="http://schemas.microsoft.com/office/drawing/2014/main" val="768506413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 dirty="0">
                          <a:effectLst/>
                        </a:rPr>
                        <a:t>Karla 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12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u="none" strike="noStrike" dirty="0">
                          <a:effectLst/>
                        </a:rPr>
                        <a:t>¿?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b"/>
                </a:tc>
                <a:extLst>
                  <a:ext uri="{0D108BD9-81ED-4DB2-BD59-A6C34878D82A}">
                    <a16:rowId xmlns:a16="http://schemas.microsoft.com/office/drawing/2014/main" val="1721693653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Gloria 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3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u="none" strike="noStrike" dirty="0">
                          <a:effectLst/>
                        </a:rPr>
                        <a:t>¿?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31" marR="14531" marT="14531" marB="0" anchor="b"/>
                </a:tc>
                <a:extLst>
                  <a:ext uri="{0D108BD9-81ED-4DB2-BD59-A6C34878D82A}">
                    <a16:rowId xmlns:a16="http://schemas.microsoft.com/office/drawing/2014/main" val="1428316937"/>
                  </a:ext>
                </a:extLst>
              </a:tr>
            </a:tbl>
          </a:graphicData>
        </a:graphic>
      </p:graphicFrame>
      <p:graphicFrame>
        <p:nvGraphicFramePr>
          <p:cNvPr id="10" name="Marcador de texto 3">
            <a:extLst>
              <a:ext uri="{FF2B5EF4-FFF2-40B4-BE49-F238E27FC236}">
                <a16:creationId xmlns:a16="http://schemas.microsoft.com/office/drawing/2014/main" id="{DF112D63-5CBF-17B2-ADC0-65B3E18CC6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1011540"/>
              </p:ext>
            </p:extLst>
          </p:nvPr>
        </p:nvGraphicFramePr>
        <p:xfrm>
          <a:off x="599552" y="609601"/>
          <a:ext cx="5496448" cy="5614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29375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7C1D96B-9F64-4634-BA0D-D666CC5DF374}">
  <we:reference id="f12c312d-282a-4734-8843-05915fdfef0b" version="4.3.3.0" store="EXCatalog" storeType="EXCatalog"/>
  <we:alternateReferences>
    <we:reference id="WA104178141" version="4.3.3.0" store="es-CO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7559C8B884E9749A9EC6777C0537836" ma:contentTypeVersion="26" ma:contentTypeDescription="Crear nuevo documento." ma:contentTypeScope="" ma:versionID="cb6e0e9e0a1b265f1a45098d19640909">
  <xsd:schema xmlns:xsd="http://www.w3.org/2001/XMLSchema" xmlns:xs="http://www.w3.org/2001/XMLSchema" xmlns:p="http://schemas.microsoft.com/office/2006/metadata/properties" xmlns:ns2="fb4b3820-f636-4f60-8c1b-98375ad25aae" xmlns:ns3="6f2fb6ad-3166-4f88-8a69-e03222c7b808" targetNamespace="http://schemas.microsoft.com/office/2006/metadata/properties" ma:root="true" ma:fieldsID="bd612489b496e92406db5465ee4e9c14" ns2:_="" ns3:_="">
    <xsd:import namespace="fb4b3820-f636-4f60-8c1b-98375ad25aae"/>
    <xsd:import namespace="6f2fb6ad-3166-4f88-8a69-e03222c7b8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ACREDITACI_x00d3_NINSTITUCIONAL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ACROPROCESO" minOccurs="0"/>
                <xsd:element ref="ns2:MediaServiceLocation" minOccurs="0"/>
                <xsd:element ref="ns2:Periodo" minOccurs="0"/>
                <xsd:element ref="ns2:MediaServiceSearchProperties" minOccurs="0"/>
                <xsd:element ref="ns2:Observaciones" minOccurs="0"/>
                <xsd:element ref="ns2:A_x00f1_o" minOccurs="0"/>
                <xsd:element ref="ns2:FacultadoEscuela" minOccurs="0"/>
                <xsd:element ref="ns2:Detalle" minOccurs="0"/>
                <xsd:element ref="ns2:MediaServiceBillingMetadata" minOccurs="0"/>
                <xsd:element ref="ns2:Observaci_x00f3_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4b3820-f636-4f60-8c1b-98375ad25a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ACREDITACI_x00d3_NINSTITUCIONAL" ma:index="12" nillable="true" ma:displayName="ACREDITACIÓN INSTITUCIONAL" ma:format="Dropdown" ma:internalName="ACREDITACI_x00d3_NINSTITUCIONAL">
      <xsd:simpleType>
        <xsd:restriction base="dms:Choice">
          <xsd:enumeration value="1. IDENTIDAD INSTITUCIONAL"/>
          <xsd:enumeration value="2. GOBIERNO INSTITUCIONAL Y TRANSPARENCIA"/>
          <xsd:enumeration value="3. DESARROLLO, GESTIÓN Y SOSTENIBILIDAD INSTITUCIONAL"/>
          <xsd:enumeration value="4. MEJORAMIENTO CONTINUO Y AUTOREGULACIÓN"/>
          <xsd:enumeration value="5. ESTRUCTURA Y PROCESOS ACADEMICOS"/>
          <xsd:enumeration value="6. APORTES DE LA INVESTIGACIÓN, INNOVACIÓN, DESARROLLO TECNOLOGICO Y CREACIÓN AL ENTORNO"/>
          <xsd:enumeration value="7. IMPACTO SOCIAL"/>
          <xsd:enumeration value="8. VISIBILIDAD NACIONAL E INTERNACIONAL"/>
          <xsd:enumeration value="9. BIENESTAR INSTITUCIONAL"/>
          <xsd:enumeration value="10. COMUNIDAD PROFESORES"/>
          <xsd:enumeration value="11. COMUNIDAD DE ESTUDIANTES"/>
          <xsd:enumeration value="12. COMUNIDAD DE EGRESADOS"/>
        </xsd:restriction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e97d0d12-649e-4fe4-9e57-9c758ea736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ACROPROCESO" ma:index="22" nillable="true" ma:displayName="MACRO PROCESO" ma:format="Dropdown" ma:internalName="MACROPROCESO">
      <xsd:simpleType>
        <xsd:restriction base="dms:Choice">
          <xsd:enumeration value="ESTRATÉGICO"/>
          <xsd:enumeration value="MISIONAL"/>
          <xsd:enumeration value="APOYO"/>
        </xsd:restriction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Periodo" ma:index="24" nillable="true" ma:displayName="Periodo" ma:format="Dropdown" ma:internalName="Periodo">
      <xsd:simpleType>
        <xsd:restriction base="dms:Text">
          <xsd:maxLength value="255"/>
        </xsd:restriction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ervaciones" ma:index="26" nillable="true" ma:displayName="Observaciones" ma:format="Dropdown" ma:internalName="Observaciones">
      <xsd:simpleType>
        <xsd:restriction base="dms:Text">
          <xsd:maxLength value="255"/>
        </xsd:restriction>
      </xsd:simpleType>
    </xsd:element>
    <xsd:element name="A_x00f1_o" ma:index="27" nillable="true" ma:displayName="Año" ma:format="Dropdown" ma:internalName="A_x00f1_o">
      <xsd:simpleType>
        <xsd:restriction base="dms:Text">
          <xsd:maxLength value="255"/>
        </xsd:restriction>
      </xsd:simpleType>
    </xsd:element>
    <xsd:element name="FacultadoEscuela" ma:index="28" nillable="true" ma:displayName="Facultad o Escuela" ma:format="Dropdown" ma:internalName="FacultadoEscuela">
      <xsd:simpleType>
        <xsd:restriction base="dms:Text">
          <xsd:maxLength value="255"/>
        </xsd:restriction>
      </xsd:simpleType>
    </xsd:element>
    <xsd:element name="Detalle" ma:index="29" nillable="true" ma:displayName="Detalle" ma:format="Dropdown" ma:internalName="Detalle">
      <xsd:simpleType>
        <xsd:restriction base="dms:Text">
          <xsd:maxLength value="255"/>
        </xsd:restriction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  <xsd:element name="Observaci_x00f3_n" ma:index="31" nillable="true" ma:displayName="Observación" ma:description="Aún no no esta disponible 2025-1" ma:format="Dropdown" ma:internalName="Observaci_x00f3_n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2fb6ad-3166-4f88-8a69-e03222c7b80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e02d955-cb45-4fc9-8283-aa71b7aa0eb3}" ma:internalName="TaxCatchAll" ma:showField="CatchAllData" ma:web="6f2fb6ad-3166-4f88-8a69-e03222c7b8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bservaciones xmlns="fb4b3820-f636-4f60-8c1b-98375ad25aae" xsi:nil="true"/>
    <ACREDITACI_x00d3_NINSTITUCIONAL xmlns="fb4b3820-f636-4f60-8c1b-98375ad25aae" xsi:nil="true"/>
    <TaxCatchAll xmlns="6f2fb6ad-3166-4f88-8a69-e03222c7b808" xsi:nil="true"/>
    <Detalle xmlns="fb4b3820-f636-4f60-8c1b-98375ad25aae" xsi:nil="true"/>
    <Periodo xmlns="fb4b3820-f636-4f60-8c1b-98375ad25aae" xsi:nil="true"/>
    <A_x00f1_o xmlns="fb4b3820-f636-4f60-8c1b-98375ad25aae" xsi:nil="true"/>
    <FacultadoEscuela xmlns="fb4b3820-f636-4f60-8c1b-98375ad25aae" xsi:nil="true"/>
    <lcf76f155ced4ddcb4097134ff3c332f xmlns="fb4b3820-f636-4f60-8c1b-98375ad25aae">
      <Terms xmlns="http://schemas.microsoft.com/office/infopath/2007/PartnerControls"/>
    </lcf76f155ced4ddcb4097134ff3c332f>
    <MACROPROCESO xmlns="fb4b3820-f636-4f60-8c1b-98375ad25aae" xsi:nil="true"/>
    <Observaci_x00f3_n xmlns="fb4b3820-f636-4f60-8c1b-98375ad25aa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F363AF-146F-481B-989E-E4912B06E0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4b3820-f636-4f60-8c1b-98375ad25aae"/>
    <ds:schemaRef ds:uri="6f2fb6ad-3166-4f88-8a69-e03222c7b8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C896CD1-D78D-4D6B-BA22-4441F5C57A37}">
  <ds:schemaRefs>
    <ds:schemaRef ds:uri="fb4b3820-f636-4f60-8c1b-98375ad25aae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terms/"/>
    <ds:schemaRef ds:uri="6f2fb6ad-3166-4f88-8a69-e03222c7b808"/>
  </ds:schemaRefs>
</ds:datastoreItem>
</file>

<file path=customXml/itemProps3.xml><?xml version="1.0" encoding="utf-8"?>
<ds:datastoreItem xmlns:ds="http://schemas.openxmlformats.org/officeDocument/2006/customXml" ds:itemID="{9B5EB493-4219-418F-ACBF-38B9F3EC8C3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b555d70-75b9-492c-9578-819e3d4695a0}" enabled="0" method="" siteId="{3b555d70-75b9-492c-9578-819e3d4695a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453</Words>
  <Application>Microsoft Office PowerPoint</Application>
  <PresentationFormat>Panorámica</PresentationFormat>
  <Paragraphs>136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Aptos Narrow</vt:lpstr>
      <vt:lpstr>Arial</vt:lpstr>
      <vt:lpstr>Bebas Neue</vt:lpstr>
      <vt:lpstr>Cambria Math</vt:lpstr>
      <vt:lpstr>Montserrat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Javier Sanchez Pardo</dc:creator>
  <cp:lastModifiedBy>Danny Aldemar Jiménez Martín</cp:lastModifiedBy>
  <cp:revision>26</cp:revision>
  <dcterms:created xsi:type="dcterms:W3CDTF">2024-02-16T13:33:19Z</dcterms:created>
  <dcterms:modified xsi:type="dcterms:W3CDTF">2026-08-17T23:04:44Z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0x01010037559C8B884E9749A9EC6777C0537836</vt:lpwstr>
  </property>
  <property fmtid="{D5CDD505-2E9C-101B-9397-08002B2CF9AE}" pid="3" name="MediaServiceImageTags">
    <vt:lpwstr/>
  </property>
</Properties>
</file>